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Blueberry Outline" charset="1" panose="02000500000000000000"/>
      <p:regular r:id="rId24"/>
    </p:embeddedFont>
    <p:embeddedFont>
      <p:font typeface="DM Sans Bold" charset="1" panose="00000000000000000000"/>
      <p:regular r:id="rId25"/>
    </p:embeddedFont>
    <p:embeddedFont>
      <p:font typeface="Lilita One" charset="1" panose="02000000000000000000"/>
      <p:regular r:id="rId26"/>
    </p:embeddedFont>
    <p:embeddedFont>
      <p:font typeface="DM Sans" charset="1" panose="00000000000000000000"/>
      <p:regular r:id="rId27"/>
    </p:embeddedFont>
    <p:embeddedFont>
      <p:font typeface="Open Sans" charset="1" panose="020B0606030504020204"/>
      <p:regular r:id="rId28"/>
    </p:embeddedFont>
    <p:embeddedFont>
      <p:font typeface="Open Sans Bold" charset="1" panose="020B08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jpeg" Type="http://schemas.openxmlformats.org/officeDocument/2006/relationships/image"/><Relationship Id="rId19" Target="../media/VAG7R0gzzFw.mp4" Type="http://schemas.openxmlformats.org/officeDocument/2006/relationships/video"/><Relationship Id="rId2" Target="../media/image1.png" Type="http://schemas.openxmlformats.org/officeDocument/2006/relationships/image"/><Relationship Id="rId20" Target="../media/VAG7R0gzzFw.mp4" Type="http://schemas.microsoft.com/office/2007/relationships/media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0.jpeg" Type="http://schemas.openxmlformats.org/officeDocument/2006/relationships/image"/><Relationship Id="rId15" Target="../media/VAG7RrY_jxY.mp4" Type="http://schemas.openxmlformats.org/officeDocument/2006/relationships/video"/><Relationship Id="rId16" Target="../media/VAG7RrY_jxY.mp4" Type="http://schemas.microsoft.com/office/2007/relationships/media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235319">
            <a:off x="13229696" y="2022608"/>
            <a:ext cx="2771720" cy="1793690"/>
            <a:chOff x="0" y="0"/>
            <a:chExt cx="663061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35319">
            <a:off x="13382218" y="4247295"/>
            <a:ext cx="2771720" cy="1793690"/>
            <a:chOff x="0" y="0"/>
            <a:chExt cx="663061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27194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35319">
            <a:off x="13534739" y="6471981"/>
            <a:ext cx="2771720" cy="1793690"/>
            <a:chOff x="0" y="0"/>
            <a:chExt cx="663061" cy="429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35319">
            <a:off x="13687550" y="8700876"/>
            <a:ext cx="2771720" cy="1793690"/>
            <a:chOff x="0" y="0"/>
            <a:chExt cx="663061" cy="4290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235319">
            <a:off x="2317459" y="1191322"/>
            <a:ext cx="13295324" cy="11926082"/>
            <a:chOff x="0" y="0"/>
            <a:chExt cx="3180554" cy="2852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4" id="24"/>
          <p:cNvSpPr/>
          <p:nvPr/>
        </p:nvSpPr>
        <p:spPr>
          <a:xfrm>
            <a:off x="3354528" y="2388459"/>
            <a:ext cx="718913" cy="10486096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-235319">
            <a:off x="2347159" y="2477024"/>
            <a:ext cx="719821" cy="71982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235319">
            <a:off x="2460341" y="4127900"/>
            <a:ext cx="719821" cy="71982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235319">
            <a:off x="2573522" y="5778776"/>
            <a:ext cx="719821" cy="71982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235319">
            <a:off x="2686704" y="7429651"/>
            <a:ext cx="719821" cy="71982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235319">
            <a:off x="2799886" y="9080527"/>
            <a:ext cx="719821" cy="719821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235319">
            <a:off x="1653660" y="2587767"/>
            <a:ext cx="1224631" cy="558816"/>
            <a:chOff x="0" y="0"/>
            <a:chExt cx="292960" cy="1336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235319">
            <a:off x="1766842" y="4238643"/>
            <a:ext cx="1224631" cy="558816"/>
            <a:chOff x="0" y="0"/>
            <a:chExt cx="292960" cy="13368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-235319">
            <a:off x="1880024" y="5889518"/>
            <a:ext cx="1224631" cy="558816"/>
            <a:chOff x="0" y="0"/>
            <a:chExt cx="292960" cy="13368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235319">
            <a:off x="1993206" y="7540394"/>
            <a:ext cx="1224631" cy="558816"/>
            <a:chOff x="0" y="0"/>
            <a:chExt cx="292960" cy="13368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235319">
            <a:off x="2106388" y="9191270"/>
            <a:ext cx="1224631" cy="558816"/>
            <a:chOff x="0" y="0"/>
            <a:chExt cx="292960" cy="1336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-235319">
            <a:off x="4086897" y="1979962"/>
            <a:ext cx="10694979" cy="7097084"/>
            <a:chOff x="0" y="0"/>
            <a:chExt cx="2558491" cy="169778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58491" cy="1697789"/>
            </a:xfrm>
            <a:custGeom>
              <a:avLst/>
              <a:gdLst/>
              <a:ahLst/>
              <a:cxnLst/>
              <a:rect r="r" b="b" t="t" l="l"/>
              <a:pathLst>
                <a:path h="1697789" w="2558491">
                  <a:moveTo>
                    <a:pt x="36918" y="0"/>
                  </a:moveTo>
                  <a:lnTo>
                    <a:pt x="2521572" y="0"/>
                  </a:lnTo>
                  <a:cubicBezTo>
                    <a:pt x="2531364" y="0"/>
                    <a:pt x="2540754" y="3890"/>
                    <a:pt x="2547677" y="10813"/>
                  </a:cubicBezTo>
                  <a:cubicBezTo>
                    <a:pt x="2554601" y="17737"/>
                    <a:pt x="2558491" y="27127"/>
                    <a:pt x="2558491" y="36918"/>
                  </a:cubicBezTo>
                  <a:lnTo>
                    <a:pt x="2558491" y="1660871"/>
                  </a:lnTo>
                  <a:cubicBezTo>
                    <a:pt x="2558491" y="1681261"/>
                    <a:pt x="2541962" y="1697789"/>
                    <a:pt x="2521572" y="1697789"/>
                  </a:cubicBezTo>
                  <a:lnTo>
                    <a:pt x="36918" y="1697789"/>
                  </a:lnTo>
                  <a:cubicBezTo>
                    <a:pt x="27127" y="1697789"/>
                    <a:pt x="17737" y="1693900"/>
                    <a:pt x="10813" y="1686976"/>
                  </a:cubicBezTo>
                  <a:cubicBezTo>
                    <a:pt x="3890" y="1680053"/>
                    <a:pt x="0" y="1670663"/>
                    <a:pt x="0" y="1660871"/>
                  </a:cubicBezTo>
                  <a:lnTo>
                    <a:pt x="0" y="36918"/>
                  </a:lnTo>
                  <a:cubicBezTo>
                    <a:pt x="0" y="16529"/>
                    <a:pt x="16529" y="0"/>
                    <a:pt x="36918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558491" cy="173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-235319">
            <a:off x="4401892" y="2879695"/>
            <a:ext cx="9997899" cy="499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22"/>
              </a:lnSpc>
            </a:pPr>
            <a:r>
              <a:rPr lang="en-US" sz="12922">
                <a:solidFill>
                  <a:srgbClr val="395069"/>
                </a:solidFill>
                <a:latin typeface="Blueberry Outline"/>
                <a:ea typeface="Blueberry Outline"/>
                <a:cs typeface="Blueberry Outline"/>
                <a:sym typeface="Blueberry Outline"/>
              </a:rPr>
              <a:t>少司缘大人</a:t>
            </a:r>
          </a:p>
          <a:p>
            <a:pPr algn="ctr">
              <a:lnSpc>
                <a:spcPts val="12922"/>
              </a:lnSpc>
            </a:pPr>
            <a:r>
              <a:rPr lang="en-US" sz="12922">
                <a:solidFill>
                  <a:srgbClr val="395069"/>
                </a:solidFill>
                <a:latin typeface="Blueberry Outline"/>
                <a:ea typeface="Blueberry Outline"/>
                <a:cs typeface="Blueberry Outline"/>
                <a:sym typeface="Blueberry Outline"/>
              </a:rPr>
              <a:t>的</a:t>
            </a:r>
          </a:p>
          <a:p>
            <a:pPr algn="ctr">
              <a:lnSpc>
                <a:spcPts val="12922"/>
              </a:lnSpc>
            </a:pPr>
            <a:r>
              <a:rPr lang="en-US" sz="12922">
                <a:solidFill>
                  <a:srgbClr val="395069"/>
                </a:solidFill>
                <a:latin typeface="Blueberry Outline"/>
                <a:ea typeface="Blueberry Outline"/>
                <a:cs typeface="Blueberry Outline"/>
                <a:sym typeface="Blueberry Outline"/>
              </a:rPr>
              <a:t>终极觉醒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-546027" y="-85986"/>
            <a:ext cx="6076733" cy="7491863"/>
          </a:xfrm>
          <a:custGeom>
            <a:avLst/>
            <a:gdLst/>
            <a:ahLst/>
            <a:cxnLst/>
            <a:rect r="r" b="b" t="t" l="l"/>
            <a:pathLst>
              <a:path h="7491863" w="6076733">
                <a:moveTo>
                  <a:pt x="0" y="0"/>
                </a:moveTo>
                <a:lnTo>
                  <a:pt x="6076733" y="0"/>
                </a:lnTo>
                <a:lnTo>
                  <a:pt x="6076733" y="7491863"/>
                </a:lnTo>
                <a:lnTo>
                  <a:pt x="0" y="749186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-235319">
            <a:off x="5696184" y="8086641"/>
            <a:ext cx="7923259" cy="563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342" b="true">
                <a:solidFill>
                  <a:srgbClr val="395069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 : Sylvia liu</a:t>
            </a:r>
            <a:r>
              <a:rPr lang="en-US" sz="3342" b="true">
                <a:solidFill>
                  <a:srgbClr val="395069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13768979" y="4381098"/>
            <a:ext cx="2771720" cy="1793690"/>
            <a:chOff x="0" y="0"/>
            <a:chExt cx="663061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27194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13773667" y="6611002"/>
            <a:ext cx="2771720" cy="1793690"/>
            <a:chOff x="0" y="0"/>
            <a:chExt cx="663061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13778363" y="8845124"/>
            <a:ext cx="2771720" cy="1793690"/>
            <a:chOff x="0" y="0"/>
            <a:chExt cx="663061" cy="429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226">
            <a:off x="4629238" y="2144093"/>
            <a:ext cx="8048763" cy="1793690"/>
            <a:chOff x="0" y="0"/>
            <a:chExt cx="1925453" cy="4290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25453" cy="429093"/>
            </a:xfrm>
            <a:custGeom>
              <a:avLst/>
              <a:gdLst/>
              <a:ahLst/>
              <a:cxnLst/>
              <a:rect r="r" b="b" t="t" l="l"/>
              <a:pathLst>
                <a:path h="429093" w="1925453">
                  <a:moveTo>
                    <a:pt x="22123" y="0"/>
                  </a:moveTo>
                  <a:lnTo>
                    <a:pt x="1903330" y="0"/>
                  </a:lnTo>
                  <a:cubicBezTo>
                    <a:pt x="1915549" y="0"/>
                    <a:pt x="1925453" y="9905"/>
                    <a:pt x="1925453" y="22123"/>
                  </a:cubicBezTo>
                  <a:lnTo>
                    <a:pt x="1925453" y="406970"/>
                  </a:lnTo>
                  <a:cubicBezTo>
                    <a:pt x="1925453" y="412837"/>
                    <a:pt x="1923123" y="418464"/>
                    <a:pt x="1918974" y="422613"/>
                  </a:cubicBezTo>
                  <a:cubicBezTo>
                    <a:pt x="1914825" y="426762"/>
                    <a:pt x="1909198" y="429093"/>
                    <a:pt x="1903330" y="429093"/>
                  </a:cubicBezTo>
                  <a:lnTo>
                    <a:pt x="22123" y="429093"/>
                  </a:lnTo>
                  <a:cubicBezTo>
                    <a:pt x="9905" y="429093"/>
                    <a:pt x="0" y="419188"/>
                    <a:pt x="0" y="406970"/>
                  </a:cubicBezTo>
                  <a:lnTo>
                    <a:pt x="0" y="22123"/>
                  </a:lnTo>
                  <a:cubicBezTo>
                    <a:pt x="0" y="9905"/>
                    <a:pt x="9905" y="0"/>
                    <a:pt x="22123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25453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5061157" y="2652860"/>
            <a:ext cx="7618720" cy="101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82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BACKGROUND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828452" y="5083523"/>
            <a:ext cx="9907411" cy="346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29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2999" strike="noStrike" u="none">
                <a:solidFill>
                  <a:srgbClr val="AA2B01"/>
                </a:solidFill>
                <a:latin typeface="DM Sans Bold"/>
                <a:ea typeface="DM Sans Bold"/>
                <a:cs typeface="DM Sans Bold"/>
                <a:sym typeface="DM Sans Bold"/>
              </a:rPr>
              <a:t>狡黠腹黑</a:t>
            </a:r>
            <a:r>
              <a:rPr lang="en-US" sz="29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的少司缘大人是云梦泽最受欢迎的</a:t>
            </a:r>
            <a:r>
              <a:rPr lang="en-US" b="true" sz="2999" strike="noStrike" u="none">
                <a:solidFill>
                  <a:srgbClr val="AA2B01"/>
                </a:solidFill>
                <a:latin typeface="DM Sans Bold"/>
                <a:ea typeface="DM Sans Bold"/>
                <a:cs typeface="DM Sans Bold"/>
                <a:sym typeface="DM Sans Bold"/>
              </a:rPr>
              <a:t>巫祝</a:t>
            </a:r>
            <a:r>
              <a:rPr lang="en-US" sz="29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，森民眼中的她神秘强大，只需稍稍一观，</a:t>
            </a:r>
            <a:r>
              <a:rPr lang="en-US" b="true" sz="2999" strike="noStrike" u="none">
                <a:solidFill>
                  <a:srgbClr val="AA2B01"/>
                </a:solidFill>
                <a:latin typeface="DM Sans Bold"/>
                <a:ea typeface="DM Sans Bold"/>
                <a:cs typeface="DM Sans Bold"/>
                <a:sym typeface="DM Sans Bold"/>
              </a:rPr>
              <a:t>念出天定判词，所有羁绊皆成</a:t>
            </a:r>
            <a:r>
              <a:rPr lang="en-US" sz="29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。但森民看不到时，少司缘正起早贪黑地搜集资料、洞察心意、编写判词、安排巧遇……因为她相信成就缘分是每个人的真心。传闻她如此敬业是因为曾错过的羁绊，不过当有人问起，她只会眼带招牌笑意回答：你猜~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14503962" y="6610234"/>
            <a:ext cx="2041424" cy="1793690"/>
            <a:chOff x="0" y="0"/>
            <a:chExt cx="488357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8357" cy="429093"/>
            </a:xfrm>
            <a:custGeom>
              <a:avLst/>
              <a:gdLst/>
              <a:ahLst/>
              <a:cxnLst/>
              <a:rect r="r" b="b" t="t" l="l"/>
              <a:pathLst>
                <a:path h="429093" w="488357">
                  <a:moveTo>
                    <a:pt x="87225" y="0"/>
                  </a:moveTo>
                  <a:lnTo>
                    <a:pt x="401131" y="0"/>
                  </a:lnTo>
                  <a:cubicBezTo>
                    <a:pt x="424265" y="0"/>
                    <a:pt x="446451" y="9190"/>
                    <a:pt x="462809" y="25548"/>
                  </a:cubicBezTo>
                  <a:cubicBezTo>
                    <a:pt x="479167" y="41906"/>
                    <a:pt x="488357" y="64092"/>
                    <a:pt x="488357" y="87225"/>
                  </a:cubicBezTo>
                  <a:lnTo>
                    <a:pt x="488357" y="341867"/>
                  </a:lnTo>
                  <a:cubicBezTo>
                    <a:pt x="488357" y="365001"/>
                    <a:pt x="479167" y="387187"/>
                    <a:pt x="462809" y="403545"/>
                  </a:cubicBezTo>
                  <a:cubicBezTo>
                    <a:pt x="446451" y="419903"/>
                    <a:pt x="424265" y="429093"/>
                    <a:pt x="401131" y="429093"/>
                  </a:cubicBezTo>
                  <a:lnTo>
                    <a:pt x="87225" y="429093"/>
                  </a:lnTo>
                  <a:cubicBezTo>
                    <a:pt x="39052" y="429093"/>
                    <a:pt x="0" y="390041"/>
                    <a:pt x="0" y="341867"/>
                  </a:cubicBezTo>
                  <a:lnTo>
                    <a:pt x="0" y="87225"/>
                  </a:lnTo>
                  <a:cubicBezTo>
                    <a:pt x="0" y="64092"/>
                    <a:pt x="9190" y="41906"/>
                    <a:pt x="25548" y="25548"/>
                  </a:cubicBezTo>
                  <a:cubicBezTo>
                    <a:pt x="41906" y="9190"/>
                    <a:pt x="64092" y="0"/>
                    <a:pt x="87225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8357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14503962" y="8844361"/>
            <a:ext cx="2046120" cy="1793690"/>
            <a:chOff x="0" y="0"/>
            <a:chExt cx="489480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9480" cy="429093"/>
            </a:xfrm>
            <a:custGeom>
              <a:avLst/>
              <a:gdLst/>
              <a:ahLst/>
              <a:cxnLst/>
              <a:rect r="r" b="b" t="t" l="l"/>
              <a:pathLst>
                <a:path h="429093" w="489480">
                  <a:moveTo>
                    <a:pt x="87025" y="0"/>
                  </a:moveTo>
                  <a:lnTo>
                    <a:pt x="402455" y="0"/>
                  </a:lnTo>
                  <a:cubicBezTo>
                    <a:pt x="450518" y="0"/>
                    <a:pt x="489480" y="38963"/>
                    <a:pt x="489480" y="87025"/>
                  </a:cubicBezTo>
                  <a:lnTo>
                    <a:pt x="489480" y="342068"/>
                  </a:lnTo>
                  <a:cubicBezTo>
                    <a:pt x="489480" y="390130"/>
                    <a:pt x="450518" y="429093"/>
                    <a:pt x="402455" y="429093"/>
                  </a:cubicBezTo>
                  <a:lnTo>
                    <a:pt x="87025" y="429093"/>
                  </a:lnTo>
                  <a:cubicBezTo>
                    <a:pt x="38963" y="429093"/>
                    <a:pt x="0" y="390130"/>
                    <a:pt x="0" y="342068"/>
                  </a:cubicBezTo>
                  <a:lnTo>
                    <a:pt x="0" y="87025"/>
                  </a:lnTo>
                  <a:cubicBezTo>
                    <a:pt x="0" y="38963"/>
                    <a:pt x="38963" y="0"/>
                    <a:pt x="87025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9480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226">
            <a:off x="4629242" y="2147809"/>
            <a:ext cx="4512878" cy="1793690"/>
            <a:chOff x="0" y="0"/>
            <a:chExt cx="1079587" cy="4290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9587" cy="429093"/>
            </a:xfrm>
            <a:custGeom>
              <a:avLst/>
              <a:gdLst/>
              <a:ahLst/>
              <a:cxnLst/>
              <a:rect r="r" b="b" t="t" l="l"/>
              <a:pathLst>
                <a:path h="429093" w="1079587">
                  <a:moveTo>
                    <a:pt x="39457" y="0"/>
                  </a:moveTo>
                  <a:lnTo>
                    <a:pt x="1040130" y="0"/>
                  </a:lnTo>
                  <a:cubicBezTo>
                    <a:pt x="1061921" y="0"/>
                    <a:pt x="1079587" y="17665"/>
                    <a:pt x="1079587" y="39457"/>
                  </a:cubicBezTo>
                  <a:lnTo>
                    <a:pt x="1079587" y="389636"/>
                  </a:lnTo>
                  <a:cubicBezTo>
                    <a:pt x="1079587" y="411427"/>
                    <a:pt x="1061921" y="429093"/>
                    <a:pt x="1040130" y="429093"/>
                  </a:cubicBezTo>
                  <a:lnTo>
                    <a:pt x="39457" y="429093"/>
                  </a:lnTo>
                  <a:cubicBezTo>
                    <a:pt x="17665" y="429093"/>
                    <a:pt x="0" y="411427"/>
                    <a:pt x="0" y="389636"/>
                  </a:cubicBezTo>
                  <a:lnTo>
                    <a:pt x="0" y="39457"/>
                  </a:lnTo>
                  <a:cubicBezTo>
                    <a:pt x="0" y="17665"/>
                    <a:pt x="17665" y="0"/>
                    <a:pt x="39457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79587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-7226">
            <a:off x="14503962" y="4380325"/>
            <a:ext cx="2036736" cy="1793690"/>
            <a:chOff x="0" y="0"/>
            <a:chExt cx="487235" cy="42909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87235" cy="429093"/>
            </a:xfrm>
            <a:custGeom>
              <a:avLst/>
              <a:gdLst/>
              <a:ahLst/>
              <a:cxnLst/>
              <a:rect r="r" b="b" t="t" l="l"/>
              <a:pathLst>
                <a:path h="429093" w="487235">
                  <a:moveTo>
                    <a:pt x="87426" y="0"/>
                  </a:moveTo>
                  <a:lnTo>
                    <a:pt x="399809" y="0"/>
                  </a:lnTo>
                  <a:cubicBezTo>
                    <a:pt x="422996" y="0"/>
                    <a:pt x="445233" y="9211"/>
                    <a:pt x="461629" y="25607"/>
                  </a:cubicBezTo>
                  <a:cubicBezTo>
                    <a:pt x="478024" y="42002"/>
                    <a:pt x="487235" y="64239"/>
                    <a:pt x="487235" y="87426"/>
                  </a:cubicBezTo>
                  <a:lnTo>
                    <a:pt x="487235" y="341667"/>
                  </a:lnTo>
                  <a:cubicBezTo>
                    <a:pt x="487235" y="389951"/>
                    <a:pt x="448093" y="429093"/>
                    <a:pt x="399809" y="429093"/>
                  </a:cubicBezTo>
                  <a:lnTo>
                    <a:pt x="87426" y="429093"/>
                  </a:lnTo>
                  <a:cubicBezTo>
                    <a:pt x="39142" y="429093"/>
                    <a:pt x="0" y="389951"/>
                    <a:pt x="0" y="341667"/>
                  </a:cubicBezTo>
                  <a:lnTo>
                    <a:pt x="0" y="87426"/>
                  </a:lnTo>
                  <a:cubicBezTo>
                    <a:pt x="0" y="39142"/>
                    <a:pt x="39142" y="0"/>
                    <a:pt x="87426" y="0"/>
                  </a:cubicBezTo>
                  <a:close/>
                </a:path>
              </a:pathLst>
            </a:custGeom>
            <a:solidFill>
              <a:srgbClr val="C27194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87235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-5268353">
            <a:off x="14544711" y="-1162768"/>
            <a:ext cx="1172666" cy="7950278"/>
          </a:xfrm>
          <a:custGeom>
            <a:avLst/>
            <a:gdLst/>
            <a:ahLst/>
            <a:cxnLst/>
            <a:rect r="r" b="b" t="t" l="l"/>
            <a:pathLst>
              <a:path h="7950278" w="1172666">
                <a:moveTo>
                  <a:pt x="0" y="0"/>
                </a:moveTo>
                <a:lnTo>
                  <a:pt x="1172666" y="0"/>
                </a:lnTo>
                <a:lnTo>
                  <a:pt x="1172666" y="7950278"/>
                </a:lnTo>
                <a:lnTo>
                  <a:pt x="0" y="79502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90" id="90"/>
          <p:cNvSpPr/>
          <p:nvPr/>
        </p:nvSpPr>
        <p:spPr>
          <a:xfrm flipH="false" flipV="false" rot="-6565152">
            <a:off x="15170254" y="-2379518"/>
            <a:ext cx="1172666" cy="7950278"/>
          </a:xfrm>
          <a:custGeom>
            <a:avLst/>
            <a:gdLst/>
            <a:ahLst/>
            <a:cxnLst/>
            <a:rect r="r" b="b" t="t" l="l"/>
            <a:pathLst>
              <a:path h="7950278" w="1172666">
                <a:moveTo>
                  <a:pt x="0" y="0"/>
                </a:moveTo>
                <a:lnTo>
                  <a:pt x="1172666" y="0"/>
                </a:lnTo>
                <a:lnTo>
                  <a:pt x="1172666" y="7950278"/>
                </a:lnTo>
                <a:lnTo>
                  <a:pt x="0" y="79502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545454"/>
            </a:solidFill>
            <a:prstDash val="solid"/>
            <a:miter/>
          </a:ln>
        </p:spPr>
      </p:sp>
      <p:pic>
        <p:nvPicPr>
          <p:cNvPr name="Picture 91" id="91">
            <a:hlinkClick action="ppaction://media"/>
          </p:cNvPr>
          <p:cNvPicPr>
            <a:picLocks noChangeAspect="true"/>
          </p:cNvPicPr>
          <p:nvPr>
            <a:vide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18"/>
          <a:srcRect l="0" t="0" r="0" b="0"/>
          <a:stretch>
            <a:fillRect/>
          </a:stretch>
        </p:blipFill>
        <p:spPr>
          <a:xfrm flipH="false" flipV="false" rot="0">
            <a:off x="5131421" y="4113211"/>
            <a:ext cx="9573519" cy="5385105"/>
          </a:xfrm>
          <a:prstGeom prst="rect">
            <a:avLst/>
          </a:prstGeom>
        </p:spPr>
      </p:pic>
      <p:sp>
        <p:nvSpPr>
          <p:cNvPr name="TextBox 92" id="92"/>
          <p:cNvSpPr txBox="true"/>
          <p:nvPr/>
        </p:nvSpPr>
        <p:spPr>
          <a:xfrm rot="0">
            <a:off x="5061157" y="2652860"/>
            <a:ext cx="4189264" cy="101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82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原技能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1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14503962" y="6610234"/>
            <a:ext cx="2041424" cy="1793690"/>
            <a:chOff x="0" y="0"/>
            <a:chExt cx="488357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8357" cy="429093"/>
            </a:xfrm>
            <a:custGeom>
              <a:avLst/>
              <a:gdLst/>
              <a:ahLst/>
              <a:cxnLst/>
              <a:rect r="r" b="b" t="t" l="l"/>
              <a:pathLst>
                <a:path h="429093" w="488357">
                  <a:moveTo>
                    <a:pt x="87225" y="0"/>
                  </a:moveTo>
                  <a:lnTo>
                    <a:pt x="401131" y="0"/>
                  </a:lnTo>
                  <a:cubicBezTo>
                    <a:pt x="424265" y="0"/>
                    <a:pt x="446451" y="9190"/>
                    <a:pt x="462809" y="25548"/>
                  </a:cubicBezTo>
                  <a:cubicBezTo>
                    <a:pt x="479167" y="41906"/>
                    <a:pt x="488357" y="64092"/>
                    <a:pt x="488357" y="87225"/>
                  </a:cubicBezTo>
                  <a:lnTo>
                    <a:pt x="488357" y="341867"/>
                  </a:lnTo>
                  <a:cubicBezTo>
                    <a:pt x="488357" y="365001"/>
                    <a:pt x="479167" y="387187"/>
                    <a:pt x="462809" y="403545"/>
                  </a:cubicBezTo>
                  <a:cubicBezTo>
                    <a:pt x="446451" y="419903"/>
                    <a:pt x="424265" y="429093"/>
                    <a:pt x="401131" y="429093"/>
                  </a:cubicBezTo>
                  <a:lnTo>
                    <a:pt x="87225" y="429093"/>
                  </a:lnTo>
                  <a:cubicBezTo>
                    <a:pt x="39052" y="429093"/>
                    <a:pt x="0" y="390041"/>
                    <a:pt x="0" y="341867"/>
                  </a:cubicBezTo>
                  <a:lnTo>
                    <a:pt x="0" y="87225"/>
                  </a:lnTo>
                  <a:cubicBezTo>
                    <a:pt x="0" y="64092"/>
                    <a:pt x="9190" y="41906"/>
                    <a:pt x="25548" y="25548"/>
                  </a:cubicBezTo>
                  <a:cubicBezTo>
                    <a:pt x="41906" y="9190"/>
                    <a:pt x="64092" y="0"/>
                    <a:pt x="87225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8357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14503962" y="8844361"/>
            <a:ext cx="2046120" cy="1793690"/>
            <a:chOff x="0" y="0"/>
            <a:chExt cx="489480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9480" cy="429093"/>
            </a:xfrm>
            <a:custGeom>
              <a:avLst/>
              <a:gdLst/>
              <a:ahLst/>
              <a:cxnLst/>
              <a:rect r="r" b="b" t="t" l="l"/>
              <a:pathLst>
                <a:path h="429093" w="489480">
                  <a:moveTo>
                    <a:pt x="87025" y="0"/>
                  </a:moveTo>
                  <a:lnTo>
                    <a:pt x="402455" y="0"/>
                  </a:lnTo>
                  <a:cubicBezTo>
                    <a:pt x="450518" y="0"/>
                    <a:pt x="489480" y="38963"/>
                    <a:pt x="489480" y="87025"/>
                  </a:cubicBezTo>
                  <a:lnTo>
                    <a:pt x="489480" y="342068"/>
                  </a:lnTo>
                  <a:cubicBezTo>
                    <a:pt x="489480" y="390130"/>
                    <a:pt x="450518" y="429093"/>
                    <a:pt x="402455" y="429093"/>
                  </a:cubicBezTo>
                  <a:lnTo>
                    <a:pt x="87025" y="429093"/>
                  </a:lnTo>
                  <a:cubicBezTo>
                    <a:pt x="38963" y="429093"/>
                    <a:pt x="0" y="390130"/>
                    <a:pt x="0" y="342068"/>
                  </a:cubicBezTo>
                  <a:lnTo>
                    <a:pt x="0" y="87025"/>
                  </a:lnTo>
                  <a:cubicBezTo>
                    <a:pt x="0" y="38963"/>
                    <a:pt x="38963" y="0"/>
                    <a:pt x="87025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9480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180554" cy="2919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7226">
            <a:off x="4629235" y="2141461"/>
            <a:ext cx="10552085" cy="1793690"/>
            <a:chOff x="0" y="0"/>
            <a:chExt cx="2524307" cy="42909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24307" cy="429093"/>
            </a:xfrm>
            <a:custGeom>
              <a:avLst/>
              <a:gdLst/>
              <a:ahLst/>
              <a:cxnLst/>
              <a:rect r="r" b="b" t="t" l="l"/>
              <a:pathLst>
                <a:path h="429093" w="2524307">
                  <a:moveTo>
                    <a:pt x="16875" y="0"/>
                  </a:moveTo>
                  <a:lnTo>
                    <a:pt x="2507432" y="0"/>
                  </a:lnTo>
                  <a:cubicBezTo>
                    <a:pt x="2511908" y="0"/>
                    <a:pt x="2516200" y="1778"/>
                    <a:pt x="2519364" y="4943"/>
                  </a:cubicBezTo>
                  <a:cubicBezTo>
                    <a:pt x="2522529" y="8107"/>
                    <a:pt x="2524307" y="12399"/>
                    <a:pt x="2524307" y="16875"/>
                  </a:cubicBezTo>
                  <a:lnTo>
                    <a:pt x="2524307" y="412218"/>
                  </a:lnTo>
                  <a:cubicBezTo>
                    <a:pt x="2524307" y="416694"/>
                    <a:pt x="2522529" y="420986"/>
                    <a:pt x="2519364" y="424150"/>
                  </a:cubicBezTo>
                  <a:cubicBezTo>
                    <a:pt x="2516200" y="427315"/>
                    <a:pt x="2511908" y="429093"/>
                    <a:pt x="2507432" y="429093"/>
                  </a:cubicBezTo>
                  <a:lnTo>
                    <a:pt x="16875" y="429093"/>
                  </a:lnTo>
                  <a:cubicBezTo>
                    <a:pt x="12399" y="429093"/>
                    <a:pt x="8107" y="427315"/>
                    <a:pt x="4943" y="424150"/>
                  </a:cubicBezTo>
                  <a:cubicBezTo>
                    <a:pt x="1778" y="420986"/>
                    <a:pt x="0" y="416694"/>
                    <a:pt x="0" y="412218"/>
                  </a:cubicBezTo>
                  <a:lnTo>
                    <a:pt x="0" y="16875"/>
                  </a:lnTo>
                  <a:cubicBezTo>
                    <a:pt x="0" y="12399"/>
                    <a:pt x="1778" y="8107"/>
                    <a:pt x="4943" y="4943"/>
                  </a:cubicBezTo>
                  <a:cubicBezTo>
                    <a:pt x="8107" y="1778"/>
                    <a:pt x="12399" y="0"/>
                    <a:pt x="16875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524307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5061157" y="2652860"/>
            <a:ext cx="10122037" cy="101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82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少司缘的爽点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021786" y="4961234"/>
            <a:ext cx="4876651" cy="31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偷钱叠被动打伤害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控制能力强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团队增益（加血、加经济）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14503962" y="6610234"/>
            <a:ext cx="2041424" cy="1793690"/>
            <a:chOff x="0" y="0"/>
            <a:chExt cx="488357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8357" cy="429093"/>
            </a:xfrm>
            <a:custGeom>
              <a:avLst/>
              <a:gdLst/>
              <a:ahLst/>
              <a:cxnLst/>
              <a:rect r="r" b="b" t="t" l="l"/>
              <a:pathLst>
                <a:path h="429093" w="488357">
                  <a:moveTo>
                    <a:pt x="87225" y="0"/>
                  </a:moveTo>
                  <a:lnTo>
                    <a:pt x="401131" y="0"/>
                  </a:lnTo>
                  <a:cubicBezTo>
                    <a:pt x="424265" y="0"/>
                    <a:pt x="446451" y="9190"/>
                    <a:pt x="462809" y="25548"/>
                  </a:cubicBezTo>
                  <a:cubicBezTo>
                    <a:pt x="479167" y="41906"/>
                    <a:pt x="488357" y="64092"/>
                    <a:pt x="488357" y="87225"/>
                  </a:cubicBezTo>
                  <a:lnTo>
                    <a:pt x="488357" y="341867"/>
                  </a:lnTo>
                  <a:cubicBezTo>
                    <a:pt x="488357" y="365001"/>
                    <a:pt x="479167" y="387187"/>
                    <a:pt x="462809" y="403545"/>
                  </a:cubicBezTo>
                  <a:cubicBezTo>
                    <a:pt x="446451" y="419903"/>
                    <a:pt x="424265" y="429093"/>
                    <a:pt x="401131" y="429093"/>
                  </a:cubicBezTo>
                  <a:lnTo>
                    <a:pt x="87225" y="429093"/>
                  </a:lnTo>
                  <a:cubicBezTo>
                    <a:pt x="39052" y="429093"/>
                    <a:pt x="0" y="390041"/>
                    <a:pt x="0" y="341867"/>
                  </a:cubicBezTo>
                  <a:lnTo>
                    <a:pt x="0" y="87225"/>
                  </a:lnTo>
                  <a:cubicBezTo>
                    <a:pt x="0" y="64092"/>
                    <a:pt x="9190" y="41906"/>
                    <a:pt x="25548" y="25548"/>
                  </a:cubicBezTo>
                  <a:cubicBezTo>
                    <a:pt x="41906" y="9190"/>
                    <a:pt x="64092" y="0"/>
                    <a:pt x="87225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8357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14503962" y="8844361"/>
            <a:ext cx="2046120" cy="1793690"/>
            <a:chOff x="0" y="0"/>
            <a:chExt cx="489480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9480" cy="429093"/>
            </a:xfrm>
            <a:custGeom>
              <a:avLst/>
              <a:gdLst/>
              <a:ahLst/>
              <a:cxnLst/>
              <a:rect r="r" b="b" t="t" l="l"/>
              <a:pathLst>
                <a:path h="429093" w="489480">
                  <a:moveTo>
                    <a:pt x="87025" y="0"/>
                  </a:moveTo>
                  <a:lnTo>
                    <a:pt x="402455" y="0"/>
                  </a:lnTo>
                  <a:cubicBezTo>
                    <a:pt x="450518" y="0"/>
                    <a:pt x="489480" y="38963"/>
                    <a:pt x="489480" y="87025"/>
                  </a:cubicBezTo>
                  <a:lnTo>
                    <a:pt x="489480" y="342068"/>
                  </a:lnTo>
                  <a:cubicBezTo>
                    <a:pt x="489480" y="390130"/>
                    <a:pt x="450518" y="429093"/>
                    <a:pt x="402455" y="429093"/>
                  </a:cubicBezTo>
                  <a:lnTo>
                    <a:pt x="87025" y="429093"/>
                  </a:lnTo>
                  <a:cubicBezTo>
                    <a:pt x="38963" y="429093"/>
                    <a:pt x="0" y="390130"/>
                    <a:pt x="0" y="342068"/>
                  </a:cubicBezTo>
                  <a:lnTo>
                    <a:pt x="0" y="87025"/>
                  </a:lnTo>
                  <a:cubicBezTo>
                    <a:pt x="0" y="38963"/>
                    <a:pt x="38963" y="0"/>
                    <a:pt x="87025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9480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180554" cy="2919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7226">
            <a:off x="4629235" y="2141461"/>
            <a:ext cx="10552085" cy="1793690"/>
            <a:chOff x="0" y="0"/>
            <a:chExt cx="2524307" cy="42909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24307" cy="429093"/>
            </a:xfrm>
            <a:custGeom>
              <a:avLst/>
              <a:gdLst/>
              <a:ahLst/>
              <a:cxnLst/>
              <a:rect r="r" b="b" t="t" l="l"/>
              <a:pathLst>
                <a:path h="429093" w="2524307">
                  <a:moveTo>
                    <a:pt x="16875" y="0"/>
                  </a:moveTo>
                  <a:lnTo>
                    <a:pt x="2507432" y="0"/>
                  </a:lnTo>
                  <a:cubicBezTo>
                    <a:pt x="2511908" y="0"/>
                    <a:pt x="2516200" y="1778"/>
                    <a:pt x="2519364" y="4943"/>
                  </a:cubicBezTo>
                  <a:cubicBezTo>
                    <a:pt x="2522529" y="8107"/>
                    <a:pt x="2524307" y="12399"/>
                    <a:pt x="2524307" y="16875"/>
                  </a:cubicBezTo>
                  <a:lnTo>
                    <a:pt x="2524307" y="412218"/>
                  </a:lnTo>
                  <a:cubicBezTo>
                    <a:pt x="2524307" y="416694"/>
                    <a:pt x="2522529" y="420986"/>
                    <a:pt x="2519364" y="424150"/>
                  </a:cubicBezTo>
                  <a:cubicBezTo>
                    <a:pt x="2516200" y="427315"/>
                    <a:pt x="2511908" y="429093"/>
                    <a:pt x="2507432" y="429093"/>
                  </a:cubicBezTo>
                  <a:lnTo>
                    <a:pt x="16875" y="429093"/>
                  </a:lnTo>
                  <a:cubicBezTo>
                    <a:pt x="12399" y="429093"/>
                    <a:pt x="8107" y="427315"/>
                    <a:pt x="4943" y="424150"/>
                  </a:cubicBezTo>
                  <a:cubicBezTo>
                    <a:pt x="1778" y="420986"/>
                    <a:pt x="0" y="416694"/>
                    <a:pt x="0" y="412218"/>
                  </a:cubicBezTo>
                  <a:lnTo>
                    <a:pt x="0" y="16875"/>
                  </a:lnTo>
                  <a:cubicBezTo>
                    <a:pt x="0" y="12399"/>
                    <a:pt x="1778" y="8107"/>
                    <a:pt x="4943" y="4943"/>
                  </a:cubicBezTo>
                  <a:cubicBezTo>
                    <a:pt x="8107" y="1778"/>
                    <a:pt x="12399" y="0"/>
                    <a:pt x="16875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524307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5061157" y="2652860"/>
            <a:ext cx="10122037" cy="101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82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少司缘的爽点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047402" y="4961234"/>
            <a:ext cx="11328065" cy="425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偷钱叠被动打伤害——更容易叠被动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控制能力强——来玩禁锢play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团队增益（加血、加经济）——猛猛奶，要做最强奶妈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进化三体人（霸体、自身回复）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13768979" y="4381098"/>
            <a:ext cx="2771720" cy="1793690"/>
            <a:chOff x="0" y="0"/>
            <a:chExt cx="663061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27194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13773667" y="6611002"/>
            <a:ext cx="2771720" cy="1793690"/>
            <a:chOff x="0" y="0"/>
            <a:chExt cx="663061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13778363" y="8845124"/>
            <a:ext cx="2771720" cy="1793690"/>
            <a:chOff x="0" y="0"/>
            <a:chExt cx="663061" cy="429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5305663" y="0"/>
            <a:ext cx="7676674" cy="10287000"/>
          </a:xfrm>
          <a:custGeom>
            <a:avLst/>
            <a:gdLst/>
            <a:ahLst/>
            <a:cxnLst/>
            <a:rect r="r" b="b" t="t" l="l"/>
            <a:pathLst>
              <a:path h="10287000" w="7676674">
                <a:moveTo>
                  <a:pt x="0" y="0"/>
                </a:moveTo>
                <a:lnTo>
                  <a:pt x="7676674" y="0"/>
                </a:lnTo>
                <a:lnTo>
                  <a:pt x="76766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13768979" y="4381098"/>
            <a:ext cx="2771720" cy="1793690"/>
            <a:chOff x="0" y="0"/>
            <a:chExt cx="663061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27194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13773667" y="6611002"/>
            <a:ext cx="2771720" cy="1793690"/>
            <a:chOff x="0" y="0"/>
            <a:chExt cx="663061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13778363" y="8845124"/>
            <a:ext cx="2771720" cy="1793690"/>
            <a:chOff x="0" y="0"/>
            <a:chExt cx="663061" cy="429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226">
            <a:off x="4629238" y="2144093"/>
            <a:ext cx="8048763" cy="1793690"/>
            <a:chOff x="0" y="0"/>
            <a:chExt cx="1925453" cy="4290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25453" cy="429093"/>
            </a:xfrm>
            <a:custGeom>
              <a:avLst/>
              <a:gdLst/>
              <a:ahLst/>
              <a:cxnLst/>
              <a:rect r="r" b="b" t="t" l="l"/>
              <a:pathLst>
                <a:path h="429093" w="1925453">
                  <a:moveTo>
                    <a:pt x="22123" y="0"/>
                  </a:moveTo>
                  <a:lnTo>
                    <a:pt x="1903330" y="0"/>
                  </a:lnTo>
                  <a:cubicBezTo>
                    <a:pt x="1915549" y="0"/>
                    <a:pt x="1925453" y="9905"/>
                    <a:pt x="1925453" y="22123"/>
                  </a:cubicBezTo>
                  <a:lnTo>
                    <a:pt x="1925453" y="406970"/>
                  </a:lnTo>
                  <a:cubicBezTo>
                    <a:pt x="1925453" y="412837"/>
                    <a:pt x="1923123" y="418464"/>
                    <a:pt x="1918974" y="422613"/>
                  </a:cubicBezTo>
                  <a:cubicBezTo>
                    <a:pt x="1914825" y="426762"/>
                    <a:pt x="1909198" y="429093"/>
                    <a:pt x="1903330" y="429093"/>
                  </a:cubicBezTo>
                  <a:lnTo>
                    <a:pt x="22123" y="429093"/>
                  </a:lnTo>
                  <a:cubicBezTo>
                    <a:pt x="9905" y="429093"/>
                    <a:pt x="0" y="419188"/>
                    <a:pt x="0" y="406970"/>
                  </a:cubicBezTo>
                  <a:lnTo>
                    <a:pt x="0" y="22123"/>
                  </a:lnTo>
                  <a:cubicBezTo>
                    <a:pt x="0" y="9905"/>
                    <a:pt x="9905" y="0"/>
                    <a:pt x="22123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25453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5061157" y="2652860"/>
            <a:ext cx="7618720" cy="101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82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终极觉醒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627361" y="4398734"/>
            <a:ext cx="9907411" cy="431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2999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“觉醒之战”</a:t>
            </a:r>
            <a:r>
              <a:rPr lang="en-US" sz="29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的</a:t>
            </a:r>
            <a:r>
              <a:rPr lang="en-US" sz="29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核心设计理念</a:t>
            </a:r>
            <a:r>
              <a:rPr lang="en-US" sz="29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是</a:t>
            </a:r>
            <a:r>
              <a:rPr lang="en-US" sz="29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</a:p>
          <a:p>
            <a:pPr algn="just">
              <a:lnSpc>
                <a:spcPts val="4619"/>
              </a:lnSpc>
            </a:pPr>
          </a:p>
          <a:p>
            <a:pPr algn="l" marL="885179" indent="-442590" lvl="1">
              <a:lnSpc>
                <a:spcPts val="6313"/>
              </a:lnSpc>
              <a:buFont typeface="Arial"/>
              <a:buChar char="•"/>
            </a:pPr>
            <a:r>
              <a:rPr lang="en-US" sz="40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高频爽感</a:t>
            </a:r>
          </a:p>
          <a:p>
            <a:pPr algn="l" marL="885179" indent="-442590" lvl="1">
              <a:lnSpc>
                <a:spcPts val="6313"/>
              </a:lnSpc>
              <a:buFont typeface="Arial"/>
              <a:buChar char="•"/>
            </a:pPr>
            <a:r>
              <a:rPr lang="en-US" sz="40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打破常规</a:t>
            </a:r>
          </a:p>
          <a:p>
            <a:pPr algn="l" marL="885179" indent="-442590" lvl="1">
              <a:lnSpc>
                <a:spcPts val="6313"/>
              </a:lnSpc>
              <a:buFont typeface="Arial"/>
              <a:buChar char="•"/>
            </a:pPr>
            <a:r>
              <a:rPr lang="en-US" sz="40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不仅数值放大更</a:t>
            </a:r>
            <a:r>
              <a:rPr lang="en-US" sz="40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是</a:t>
            </a:r>
            <a:r>
              <a:rPr lang="en-US" sz="4099" strike="noStrike" u="none">
                <a:solidFill>
                  <a:srgbClr val="3B3939"/>
                </a:solidFill>
                <a:latin typeface="DM Sans"/>
                <a:ea typeface="DM Sans"/>
                <a:cs typeface="DM Sans"/>
                <a:sym typeface="DM Sans"/>
              </a:rPr>
              <a:t>机制质变</a:t>
            </a:r>
          </a:p>
          <a:p>
            <a:pPr algn="l">
              <a:lnSpc>
                <a:spcPts val="631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13768979" y="4381098"/>
            <a:ext cx="2771720" cy="1793690"/>
            <a:chOff x="0" y="0"/>
            <a:chExt cx="663061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27194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13773667" y="6611002"/>
            <a:ext cx="2771720" cy="1793690"/>
            <a:chOff x="0" y="0"/>
            <a:chExt cx="663061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13778363" y="8845124"/>
            <a:ext cx="2771720" cy="1793690"/>
            <a:chOff x="0" y="0"/>
            <a:chExt cx="663061" cy="429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86" id="86">
            <a:hlinkClick action="ppaction://media"/>
          </p:cNvPr>
          <p:cNvPicPr>
            <a:picLocks noChangeAspect="true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0">
            <a:off x="4371671" y="3187489"/>
            <a:ext cx="10792552" cy="60708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6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3180554" cy="2929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41999" indent="-420999" lvl="1">
                <a:lnSpc>
                  <a:spcPts val="5459"/>
                </a:lnSpc>
                <a:spcBef>
                  <a:spcPct val="0"/>
                </a:spcBef>
                <a:buFont typeface="Arial"/>
                <a:buChar char="•"/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4629161" y="2186659"/>
            <a:ext cx="9106188" cy="1634678"/>
            <a:chOff x="0" y="0"/>
            <a:chExt cx="2178414" cy="3910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78414" cy="391054"/>
            </a:xfrm>
            <a:custGeom>
              <a:avLst/>
              <a:gdLst/>
              <a:ahLst/>
              <a:cxnLst/>
              <a:rect r="r" b="b" t="t" l="l"/>
              <a:pathLst>
                <a:path h="391054" w="2178414">
                  <a:moveTo>
                    <a:pt x="19554" y="0"/>
                  </a:moveTo>
                  <a:lnTo>
                    <a:pt x="2158860" y="0"/>
                  </a:lnTo>
                  <a:cubicBezTo>
                    <a:pt x="2164046" y="0"/>
                    <a:pt x="2169020" y="2060"/>
                    <a:pt x="2172687" y="5727"/>
                  </a:cubicBezTo>
                  <a:cubicBezTo>
                    <a:pt x="2176354" y="9394"/>
                    <a:pt x="2178414" y="14368"/>
                    <a:pt x="2178414" y="19554"/>
                  </a:cubicBezTo>
                  <a:lnTo>
                    <a:pt x="2178414" y="371499"/>
                  </a:lnTo>
                  <a:cubicBezTo>
                    <a:pt x="2178414" y="376685"/>
                    <a:pt x="2176354" y="381659"/>
                    <a:pt x="2172687" y="385326"/>
                  </a:cubicBezTo>
                  <a:cubicBezTo>
                    <a:pt x="2169020" y="388993"/>
                    <a:pt x="2164046" y="391054"/>
                    <a:pt x="2158860" y="391054"/>
                  </a:cubicBezTo>
                  <a:lnTo>
                    <a:pt x="19554" y="391054"/>
                  </a:lnTo>
                  <a:cubicBezTo>
                    <a:pt x="14368" y="391054"/>
                    <a:pt x="9394" y="388993"/>
                    <a:pt x="5727" y="385326"/>
                  </a:cubicBezTo>
                  <a:cubicBezTo>
                    <a:pt x="2060" y="381659"/>
                    <a:pt x="0" y="376685"/>
                    <a:pt x="0" y="371499"/>
                  </a:cubicBezTo>
                  <a:lnTo>
                    <a:pt x="0" y="19554"/>
                  </a:lnTo>
                  <a:cubicBezTo>
                    <a:pt x="0" y="14368"/>
                    <a:pt x="2060" y="9394"/>
                    <a:pt x="5727" y="5727"/>
                  </a:cubicBezTo>
                  <a:cubicBezTo>
                    <a:pt x="9394" y="2060"/>
                    <a:pt x="14368" y="0"/>
                    <a:pt x="19554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78414" cy="429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-1004415">
            <a:off x="15318938" y="459436"/>
            <a:ext cx="6091546" cy="8839975"/>
          </a:xfrm>
          <a:custGeom>
            <a:avLst/>
            <a:gdLst/>
            <a:ahLst/>
            <a:cxnLst/>
            <a:rect r="r" b="b" t="t" l="l"/>
            <a:pathLst>
              <a:path h="8839975" w="6091546">
                <a:moveTo>
                  <a:pt x="0" y="0"/>
                </a:moveTo>
                <a:lnTo>
                  <a:pt x="6091546" y="0"/>
                </a:lnTo>
                <a:lnTo>
                  <a:pt x="6091546" y="8839975"/>
                </a:lnTo>
                <a:lnTo>
                  <a:pt x="0" y="883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1898302" y="-230531"/>
            <a:ext cx="4838064" cy="10517531"/>
          </a:xfrm>
          <a:custGeom>
            <a:avLst/>
            <a:gdLst/>
            <a:ahLst/>
            <a:cxnLst/>
            <a:rect r="r" b="b" t="t" l="l"/>
            <a:pathLst>
              <a:path h="10517531" w="4838064">
                <a:moveTo>
                  <a:pt x="0" y="0"/>
                </a:moveTo>
                <a:lnTo>
                  <a:pt x="4838065" y="0"/>
                </a:lnTo>
                <a:lnTo>
                  <a:pt x="4838065" y="10517531"/>
                </a:lnTo>
                <a:lnTo>
                  <a:pt x="0" y="1051753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5024706" y="2657311"/>
            <a:ext cx="9430467" cy="81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sz="66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技能设计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27453" y="4811983"/>
            <a:ext cx="6785074" cy="340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1999" indent="-420999" lvl="1">
              <a:lnSpc>
                <a:spcPts val="5459"/>
              </a:lnSpc>
              <a:buFont typeface="Arial"/>
              <a:buChar char="•"/>
            </a:pPr>
            <a:r>
              <a:rPr lang="en-US" b="true" sz="3899">
                <a:solidFill>
                  <a:srgbClr val="5A5A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符合人设与世界观核心设定</a:t>
            </a:r>
          </a:p>
          <a:p>
            <a:pPr algn="l">
              <a:lnSpc>
                <a:spcPts val="5459"/>
              </a:lnSpc>
            </a:pPr>
          </a:p>
          <a:p>
            <a:pPr algn="l" marL="841999" indent="-420999" lvl="1">
              <a:lnSpc>
                <a:spcPts val="5459"/>
              </a:lnSpc>
              <a:buFont typeface="Arial"/>
              <a:buChar char="•"/>
            </a:pPr>
            <a:r>
              <a:rPr lang="en-US" b="true" sz="3899">
                <a:solidFill>
                  <a:srgbClr val="5A5A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倾听玩家心声</a:t>
            </a:r>
          </a:p>
          <a:p>
            <a:pPr algn="l">
              <a:lnSpc>
                <a:spcPts val="5459"/>
              </a:lnSpc>
            </a:pPr>
          </a:p>
          <a:p>
            <a:pPr algn="l" marL="841999" indent="-420999" lvl="1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99">
                <a:solidFill>
                  <a:srgbClr val="5A5A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玩法独特性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2774930" y="5116830"/>
            <a:ext cx="3434715" cy="262890"/>
            <a:chOff x="0" y="0"/>
            <a:chExt cx="4579620" cy="350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50692" y="50800"/>
              <a:ext cx="4478046" cy="249556"/>
            </a:xfrm>
            <a:custGeom>
              <a:avLst/>
              <a:gdLst/>
              <a:ahLst/>
              <a:cxnLst/>
              <a:rect r="r" b="b" t="t" l="l"/>
              <a:pathLst>
                <a:path h="249556" w="4478046">
                  <a:moveTo>
                    <a:pt x="62338" y="0"/>
                  </a:moveTo>
                  <a:cubicBezTo>
                    <a:pt x="2820778" y="19050"/>
                    <a:pt x="3256388" y="35560"/>
                    <a:pt x="3629768" y="53340"/>
                  </a:cubicBezTo>
                  <a:cubicBezTo>
                    <a:pt x="3912978" y="67310"/>
                    <a:pt x="4259688" y="74930"/>
                    <a:pt x="4376528" y="100330"/>
                  </a:cubicBezTo>
                  <a:cubicBezTo>
                    <a:pt x="4413358" y="109220"/>
                    <a:pt x="4428598" y="116840"/>
                    <a:pt x="4446378" y="128270"/>
                  </a:cubicBezTo>
                  <a:cubicBezTo>
                    <a:pt x="4459078" y="137160"/>
                    <a:pt x="4469238" y="146050"/>
                    <a:pt x="4473048" y="160020"/>
                  </a:cubicBezTo>
                  <a:cubicBezTo>
                    <a:pt x="4478128" y="175260"/>
                    <a:pt x="4476858" y="204470"/>
                    <a:pt x="4466698" y="219710"/>
                  </a:cubicBezTo>
                  <a:cubicBezTo>
                    <a:pt x="4457808" y="234950"/>
                    <a:pt x="4432408" y="247650"/>
                    <a:pt x="4414628" y="248920"/>
                  </a:cubicBezTo>
                  <a:cubicBezTo>
                    <a:pt x="4395578" y="248920"/>
                    <a:pt x="4371448" y="233680"/>
                    <a:pt x="4360018" y="220980"/>
                  </a:cubicBezTo>
                  <a:cubicBezTo>
                    <a:pt x="4351128" y="209550"/>
                    <a:pt x="4347318" y="194310"/>
                    <a:pt x="4348588" y="181610"/>
                  </a:cubicBezTo>
                  <a:cubicBezTo>
                    <a:pt x="4351128" y="163830"/>
                    <a:pt x="4366368" y="138430"/>
                    <a:pt x="4379068" y="129540"/>
                  </a:cubicBezTo>
                  <a:cubicBezTo>
                    <a:pt x="4390498" y="120650"/>
                    <a:pt x="4407008" y="118110"/>
                    <a:pt x="4419708" y="119380"/>
                  </a:cubicBezTo>
                  <a:cubicBezTo>
                    <a:pt x="4432408" y="120650"/>
                    <a:pt x="4447648" y="128270"/>
                    <a:pt x="4457808" y="137160"/>
                  </a:cubicBezTo>
                  <a:cubicBezTo>
                    <a:pt x="4466698" y="146050"/>
                    <a:pt x="4474318" y="160020"/>
                    <a:pt x="4476858" y="172720"/>
                  </a:cubicBezTo>
                  <a:cubicBezTo>
                    <a:pt x="4479398" y="185420"/>
                    <a:pt x="4478128" y="201930"/>
                    <a:pt x="4470508" y="213360"/>
                  </a:cubicBezTo>
                  <a:cubicBezTo>
                    <a:pt x="4461618" y="227330"/>
                    <a:pt x="4445108" y="242570"/>
                    <a:pt x="4420978" y="247650"/>
                  </a:cubicBezTo>
                  <a:cubicBezTo>
                    <a:pt x="4371448" y="259080"/>
                    <a:pt x="4287628" y="215900"/>
                    <a:pt x="4174598" y="203200"/>
                  </a:cubicBezTo>
                  <a:cubicBezTo>
                    <a:pt x="3930758" y="173990"/>
                    <a:pt x="3393548" y="153670"/>
                    <a:pt x="3017628" y="139700"/>
                  </a:cubicBezTo>
                  <a:cubicBezTo>
                    <a:pt x="2660758" y="127000"/>
                    <a:pt x="2373738" y="123190"/>
                    <a:pt x="1973688" y="120650"/>
                  </a:cubicBezTo>
                  <a:cubicBezTo>
                    <a:pt x="1432668" y="115570"/>
                    <a:pt x="224898" y="154940"/>
                    <a:pt x="62338" y="124460"/>
                  </a:cubicBezTo>
                  <a:cubicBezTo>
                    <a:pt x="36938" y="120650"/>
                    <a:pt x="30588" y="118110"/>
                    <a:pt x="20428" y="109220"/>
                  </a:cubicBezTo>
                  <a:cubicBezTo>
                    <a:pt x="10268" y="100330"/>
                    <a:pt x="1378" y="83820"/>
                    <a:pt x="108" y="69850"/>
                  </a:cubicBezTo>
                  <a:cubicBezTo>
                    <a:pt x="-1162" y="53340"/>
                    <a:pt x="8998" y="26670"/>
                    <a:pt x="20428" y="15240"/>
                  </a:cubicBezTo>
                  <a:cubicBezTo>
                    <a:pt x="30588" y="5080"/>
                    <a:pt x="62338" y="0"/>
                    <a:pt x="62338" y="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2253912" y="4289108"/>
            <a:ext cx="1781175" cy="187642"/>
            <a:chOff x="0" y="0"/>
            <a:chExt cx="2374900" cy="25019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50692" y="54610"/>
              <a:ext cx="2273604" cy="143867"/>
            </a:xfrm>
            <a:custGeom>
              <a:avLst/>
              <a:gdLst/>
              <a:ahLst/>
              <a:cxnLst/>
              <a:rect r="r" b="b" t="t" l="l"/>
              <a:pathLst>
                <a:path h="143867" w="2273604">
                  <a:moveTo>
                    <a:pt x="62338" y="0"/>
                  </a:moveTo>
                  <a:cubicBezTo>
                    <a:pt x="2181968" y="2540"/>
                    <a:pt x="2226418" y="8890"/>
                    <a:pt x="2249278" y="21590"/>
                  </a:cubicBezTo>
                  <a:cubicBezTo>
                    <a:pt x="2258168" y="26670"/>
                    <a:pt x="2259438" y="31750"/>
                    <a:pt x="2263248" y="39370"/>
                  </a:cubicBezTo>
                  <a:cubicBezTo>
                    <a:pt x="2269598" y="49530"/>
                    <a:pt x="2274678" y="68580"/>
                    <a:pt x="2273408" y="82550"/>
                  </a:cubicBezTo>
                  <a:cubicBezTo>
                    <a:pt x="2272138" y="96520"/>
                    <a:pt x="2265788" y="113030"/>
                    <a:pt x="2254358" y="121920"/>
                  </a:cubicBezTo>
                  <a:cubicBezTo>
                    <a:pt x="2241658" y="134620"/>
                    <a:pt x="2211178" y="146050"/>
                    <a:pt x="2193398" y="143510"/>
                  </a:cubicBezTo>
                  <a:cubicBezTo>
                    <a:pt x="2174348" y="139700"/>
                    <a:pt x="2148948" y="120650"/>
                    <a:pt x="2141328" y="104140"/>
                  </a:cubicBezTo>
                  <a:cubicBezTo>
                    <a:pt x="2132438" y="86360"/>
                    <a:pt x="2134978" y="54610"/>
                    <a:pt x="2145138" y="38100"/>
                  </a:cubicBezTo>
                  <a:cubicBezTo>
                    <a:pt x="2155298" y="21590"/>
                    <a:pt x="2183238" y="7620"/>
                    <a:pt x="2201018" y="5080"/>
                  </a:cubicBezTo>
                  <a:cubicBezTo>
                    <a:pt x="2214988" y="3810"/>
                    <a:pt x="2231498" y="8890"/>
                    <a:pt x="2242928" y="17780"/>
                  </a:cubicBezTo>
                  <a:cubicBezTo>
                    <a:pt x="2254358" y="25400"/>
                    <a:pt x="2267058" y="38100"/>
                    <a:pt x="2269598" y="52070"/>
                  </a:cubicBezTo>
                  <a:cubicBezTo>
                    <a:pt x="2274678" y="69850"/>
                    <a:pt x="2270868" y="101600"/>
                    <a:pt x="2259438" y="116840"/>
                  </a:cubicBezTo>
                  <a:cubicBezTo>
                    <a:pt x="2248008" y="132080"/>
                    <a:pt x="2218798" y="143510"/>
                    <a:pt x="2199748" y="143510"/>
                  </a:cubicBezTo>
                  <a:cubicBezTo>
                    <a:pt x="2185778" y="144780"/>
                    <a:pt x="2180698" y="132080"/>
                    <a:pt x="2159108" y="127000"/>
                  </a:cubicBezTo>
                  <a:cubicBezTo>
                    <a:pt x="2087988" y="113030"/>
                    <a:pt x="1892408" y="121920"/>
                    <a:pt x="1687938" y="120650"/>
                  </a:cubicBezTo>
                  <a:cubicBezTo>
                    <a:pt x="1309478" y="119380"/>
                    <a:pt x="210928" y="152400"/>
                    <a:pt x="62338" y="125730"/>
                  </a:cubicBezTo>
                  <a:cubicBezTo>
                    <a:pt x="38208" y="120650"/>
                    <a:pt x="30588" y="119380"/>
                    <a:pt x="20428" y="109220"/>
                  </a:cubicBezTo>
                  <a:cubicBezTo>
                    <a:pt x="8998" y="97790"/>
                    <a:pt x="-1162" y="71120"/>
                    <a:pt x="108" y="54610"/>
                  </a:cubicBezTo>
                  <a:cubicBezTo>
                    <a:pt x="1378" y="40640"/>
                    <a:pt x="10268" y="25400"/>
                    <a:pt x="20428" y="15240"/>
                  </a:cubicBezTo>
                  <a:cubicBezTo>
                    <a:pt x="31858" y="6350"/>
                    <a:pt x="62338" y="0"/>
                    <a:pt x="62338" y="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180554" cy="2900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完整技能设计文档：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https://ai.feishu.cn/docx/AAdzdSDeTod2aZxEeYdcFAZ2nPH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4629161" y="2186659"/>
            <a:ext cx="9106188" cy="1634678"/>
            <a:chOff x="0" y="0"/>
            <a:chExt cx="2178414" cy="3910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78414" cy="391054"/>
            </a:xfrm>
            <a:custGeom>
              <a:avLst/>
              <a:gdLst/>
              <a:ahLst/>
              <a:cxnLst/>
              <a:rect r="r" b="b" t="t" l="l"/>
              <a:pathLst>
                <a:path h="391054" w="2178414">
                  <a:moveTo>
                    <a:pt x="19554" y="0"/>
                  </a:moveTo>
                  <a:lnTo>
                    <a:pt x="2158860" y="0"/>
                  </a:lnTo>
                  <a:cubicBezTo>
                    <a:pt x="2164046" y="0"/>
                    <a:pt x="2169020" y="2060"/>
                    <a:pt x="2172687" y="5727"/>
                  </a:cubicBezTo>
                  <a:cubicBezTo>
                    <a:pt x="2176354" y="9394"/>
                    <a:pt x="2178414" y="14368"/>
                    <a:pt x="2178414" y="19554"/>
                  </a:cubicBezTo>
                  <a:lnTo>
                    <a:pt x="2178414" y="371499"/>
                  </a:lnTo>
                  <a:cubicBezTo>
                    <a:pt x="2178414" y="376685"/>
                    <a:pt x="2176354" y="381659"/>
                    <a:pt x="2172687" y="385326"/>
                  </a:cubicBezTo>
                  <a:cubicBezTo>
                    <a:pt x="2169020" y="388993"/>
                    <a:pt x="2164046" y="391054"/>
                    <a:pt x="2158860" y="391054"/>
                  </a:cubicBezTo>
                  <a:lnTo>
                    <a:pt x="19554" y="391054"/>
                  </a:lnTo>
                  <a:cubicBezTo>
                    <a:pt x="14368" y="391054"/>
                    <a:pt x="9394" y="388993"/>
                    <a:pt x="5727" y="385326"/>
                  </a:cubicBezTo>
                  <a:cubicBezTo>
                    <a:pt x="2060" y="381659"/>
                    <a:pt x="0" y="376685"/>
                    <a:pt x="0" y="371499"/>
                  </a:cubicBezTo>
                  <a:lnTo>
                    <a:pt x="0" y="19554"/>
                  </a:lnTo>
                  <a:cubicBezTo>
                    <a:pt x="0" y="14368"/>
                    <a:pt x="2060" y="9394"/>
                    <a:pt x="5727" y="5727"/>
                  </a:cubicBezTo>
                  <a:cubicBezTo>
                    <a:pt x="9394" y="2060"/>
                    <a:pt x="14368" y="0"/>
                    <a:pt x="19554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78414" cy="429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-1004415">
            <a:off x="15318938" y="459436"/>
            <a:ext cx="6091546" cy="8839975"/>
          </a:xfrm>
          <a:custGeom>
            <a:avLst/>
            <a:gdLst/>
            <a:ahLst/>
            <a:cxnLst/>
            <a:rect r="r" b="b" t="t" l="l"/>
            <a:pathLst>
              <a:path h="8839975" w="6091546">
                <a:moveTo>
                  <a:pt x="0" y="0"/>
                </a:moveTo>
                <a:lnTo>
                  <a:pt x="6091546" y="0"/>
                </a:lnTo>
                <a:lnTo>
                  <a:pt x="6091546" y="8839975"/>
                </a:lnTo>
                <a:lnTo>
                  <a:pt x="0" y="883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5024706" y="2657311"/>
            <a:ext cx="9430467" cy="81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sz="66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技能设计-终极觉醒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012219" y="4835639"/>
            <a:ext cx="6438305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突破辅助限制，获得终极爽感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4629161" y="2186659"/>
            <a:ext cx="9106188" cy="1634678"/>
            <a:chOff x="0" y="0"/>
            <a:chExt cx="2178414" cy="3910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78414" cy="391054"/>
            </a:xfrm>
            <a:custGeom>
              <a:avLst/>
              <a:gdLst/>
              <a:ahLst/>
              <a:cxnLst/>
              <a:rect r="r" b="b" t="t" l="l"/>
              <a:pathLst>
                <a:path h="391054" w="2178414">
                  <a:moveTo>
                    <a:pt x="19554" y="0"/>
                  </a:moveTo>
                  <a:lnTo>
                    <a:pt x="2158860" y="0"/>
                  </a:lnTo>
                  <a:cubicBezTo>
                    <a:pt x="2164046" y="0"/>
                    <a:pt x="2169020" y="2060"/>
                    <a:pt x="2172687" y="5727"/>
                  </a:cubicBezTo>
                  <a:cubicBezTo>
                    <a:pt x="2176354" y="9394"/>
                    <a:pt x="2178414" y="14368"/>
                    <a:pt x="2178414" y="19554"/>
                  </a:cubicBezTo>
                  <a:lnTo>
                    <a:pt x="2178414" y="371499"/>
                  </a:lnTo>
                  <a:cubicBezTo>
                    <a:pt x="2178414" y="376685"/>
                    <a:pt x="2176354" y="381659"/>
                    <a:pt x="2172687" y="385326"/>
                  </a:cubicBezTo>
                  <a:cubicBezTo>
                    <a:pt x="2169020" y="388993"/>
                    <a:pt x="2164046" y="391054"/>
                    <a:pt x="2158860" y="391054"/>
                  </a:cubicBezTo>
                  <a:lnTo>
                    <a:pt x="19554" y="391054"/>
                  </a:lnTo>
                  <a:cubicBezTo>
                    <a:pt x="14368" y="391054"/>
                    <a:pt x="9394" y="388993"/>
                    <a:pt x="5727" y="385326"/>
                  </a:cubicBezTo>
                  <a:cubicBezTo>
                    <a:pt x="2060" y="381659"/>
                    <a:pt x="0" y="376685"/>
                    <a:pt x="0" y="371499"/>
                  </a:cubicBezTo>
                  <a:lnTo>
                    <a:pt x="0" y="19554"/>
                  </a:lnTo>
                  <a:cubicBezTo>
                    <a:pt x="0" y="14368"/>
                    <a:pt x="2060" y="9394"/>
                    <a:pt x="5727" y="5727"/>
                  </a:cubicBezTo>
                  <a:cubicBezTo>
                    <a:pt x="9394" y="2060"/>
                    <a:pt x="14368" y="0"/>
                    <a:pt x="19554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78414" cy="429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-1004415">
            <a:off x="15318938" y="459436"/>
            <a:ext cx="6091546" cy="8839975"/>
          </a:xfrm>
          <a:custGeom>
            <a:avLst/>
            <a:gdLst/>
            <a:ahLst/>
            <a:cxnLst/>
            <a:rect r="r" b="b" t="t" l="l"/>
            <a:pathLst>
              <a:path h="8839975" w="6091546">
                <a:moveTo>
                  <a:pt x="0" y="0"/>
                </a:moveTo>
                <a:lnTo>
                  <a:pt x="6091546" y="0"/>
                </a:lnTo>
                <a:lnTo>
                  <a:pt x="6091546" y="8839975"/>
                </a:lnTo>
                <a:lnTo>
                  <a:pt x="0" y="883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7937924" y="4113211"/>
            <a:ext cx="9862277" cy="5379050"/>
          </a:xfrm>
          <a:custGeom>
            <a:avLst/>
            <a:gdLst/>
            <a:ahLst/>
            <a:cxnLst/>
            <a:rect r="r" b="b" t="t" l="l"/>
            <a:pathLst>
              <a:path h="5379050" w="9862277">
                <a:moveTo>
                  <a:pt x="0" y="0"/>
                </a:moveTo>
                <a:lnTo>
                  <a:pt x="9862277" y="0"/>
                </a:lnTo>
                <a:lnTo>
                  <a:pt x="9862277" y="5379051"/>
                </a:lnTo>
                <a:lnTo>
                  <a:pt x="0" y="53790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5024706" y="2657311"/>
            <a:ext cx="9430467" cy="81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sz="66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核心流派1-乱点鸳鸯谱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27453" y="4115374"/>
            <a:ext cx="3040187" cy="219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b="true" sz="4199">
                <a:solidFill>
                  <a:srgbClr val="5A5A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婚礼现场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致命热恋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画地为牢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4629161" y="2186659"/>
            <a:ext cx="9106188" cy="1634678"/>
            <a:chOff x="0" y="0"/>
            <a:chExt cx="2178414" cy="3910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78414" cy="391054"/>
            </a:xfrm>
            <a:custGeom>
              <a:avLst/>
              <a:gdLst/>
              <a:ahLst/>
              <a:cxnLst/>
              <a:rect r="r" b="b" t="t" l="l"/>
              <a:pathLst>
                <a:path h="391054" w="2178414">
                  <a:moveTo>
                    <a:pt x="19554" y="0"/>
                  </a:moveTo>
                  <a:lnTo>
                    <a:pt x="2158860" y="0"/>
                  </a:lnTo>
                  <a:cubicBezTo>
                    <a:pt x="2164046" y="0"/>
                    <a:pt x="2169020" y="2060"/>
                    <a:pt x="2172687" y="5727"/>
                  </a:cubicBezTo>
                  <a:cubicBezTo>
                    <a:pt x="2176354" y="9394"/>
                    <a:pt x="2178414" y="14368"/>
                    <a:pt x="2178414" y="19554"/>
                  </a:cubicBezTo>
                  <a:lnTo>
                    <a:pt x="2178414" y="371499"/>
                  </a:lnTo>
                  <a:cubicBezTo>
                    <a:pt x="2178414" y="376685"/>
                    <a:pt x="2176354" y="381659"/>
                    <a:pt x="2172687" y="385326"/>
                  </a:cubicBezTo>
                  <a:cubicBezTo>
                    <a:pt x="2169020" y="388993"/>
                    <a:pt x="2164046" y="391054"/>
                    <a:pt x="2158860" y="391054"/>
                  </a:cubicBezTo>
                  <a:lnTo>
                    <a:pt x="19554" y="391054"/>
                  </a:lnTo>
                  <a:cubicBezTo>
                    <a:pt x="14368" y="391054"/>
                    <a:pt x="9394" y="388993"/>
                    <a:pt x="5727" y="385326"/>
                  </a:cubicBezTo>
                  <a:cubicBezTo>
                    <a:pt x="2060" y="381659"/>
                    <a:pt x="0" y="376685"/>
                    <a:pt x="0" y="371499"/>
                  </a:cubicBezTo>
                  <a:lnTo>
                    <a:pt x="0" y="19554"/>
                  </a:lnTo>
                  <a:cubicBezTo>
                    <a:pt x="0" y="14368"/>
                    <a:pt x="2060" y="9394"/>
                    <a:pt x="5727" y="5727"/>
                  </a:cubicBezTo>
                  <a:cubicBezTo>
                    <a:pt x="9394" y="2060"/>
                    <a:pt x="14368" y="0"/>
                    <a:pt x="19554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78414" cy="429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-1004415">
            <a:off x="15318938" y="459436"/>
            <a:ext cx="6091546" cy="8839975"/>
          </a:xfrm>
          <a:custGeom>
            <a:avLst/>
            <a:gdLst/>
            <a:ahLst/>
            <a:cxnLst/>
            <a:rect r="r" b="b" t="t" l="l"/>
            <a:pathLst>
              <a:path h="8839975" w="6091546">
                <a:moveTo>
                  <a:pt x="0" y="0"/>
                </a:moveTo>
                <a:lnTo>
                  <a:pt x="6091546" y="0"/>
                </a:lnTo>
                <a:lnTo>
                  <a:pt x="6091546" y="8839975"/>
                </a:lnTo>
                <a:lnTo>
                  <a:pt x="0" y="883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8001015" y="4222085"/>
            <a:ext cx="9524985" cy="5353836"/>
          </a:xfrm>
          <a:custGeom>
            <a:avLst/>
            <a:gdLst/>
            <a:ahLst/>
            <a:cxnLst/>
            <a:rect r="r" b="b" t="t" l="l"/>
            <a:pathLst>
              <a:path h="5353836" w="9524985">
                <a:moveTo>
                  <a:pt x="0" y="0"/>
                </a:moveTo>
                <a:lnTo>
                  <a:pt x="9524985" y="0"/>
                </a:lnTo>
                <a:lnTo>
                  <a:pt x="9524985" y="5353835"/>
                </a:lnTo>
                <a:lnTo>
                  <a:pt x="0" y="535383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5024706" y="2657311"/>
            <a:ext cx="9430467" cy="81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sz="66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核心流派1-乱点鸳鸯谱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27453" y="4115374"/>
            <a:ext cx="3040187" cy="219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婚礼现场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b="true" sz="4199">
                <a:solidFill>
                  <a:srgbClr val="5A5A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致命热恋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画地为牢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4629161" y="2186659"/>
            <a:ext cx="9106188" cy="1634678"/>
            <a:chOff x="0" y="0"/>
            <a:chExt cx="2178414" cy="3910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78414" cy="391054"/>
            </a:xfrm>
            <a:custGeom>
              <a:avLst/>
              <a:gdLst/>
              <a:ahLst/>
              <a:cxnLst/>
              <a:rect r="r" b="b" t="t" l="l"/>
              <a:pathLst>
                <a:path h="391054" w="2178414">
                  <a:moveTo>
                    <a:pt x="19554" y="0"/>
                  </a:moveTo>
                  <a:lnTo>
                    <a:pt x="2158860" y="0"/>
                  </a:lnTo>
                  <a:cubicBezTo>
                    <a:pt x="2164046" y="0"/>
                    <a:pt x="2169020" y="2060"/>
                    <a:pt x="2172687" y="5727"/>
                  </a:cubicBezTo>
                  <a:cubicBezTo>
                    <a:pt x="2176354" y="9394"/>
                    <a:pt x="2178414" y="14368"/>
                    <a:pt x="2178414" y="19554"/>
                  </a:cubicBezTo>
                  <a:lnTo>
                    <a:pt x="2178414" y="371499"/>
                  </a:lnTo>
                  <a:cubicBezTo>
                    <a:pt x="2178414" y="376685"/>
                    <a:pt x="2176354" y="381659"/>
                    <a:pt x="2172687" y="385326"/>
                  </a:cubicBezTo>
                  <a:cubicBezTo>
                    <a:pt x="2169020" y="388993"/>
                    <a:pt x="2164046" y="391054"/>
                    <a:pt x="2158860" y="391054"/>
                  </a:cubicBezTo>
                  <a:lnTo>
                    <a:pt x="19554" y="391054"/>
                  </a:lnTo>
                  <a:cubicBezTo>
                    <a:pt x="14368" y="391054"/>
                    <a:pt x="9394" y="388993"/>
                    <a:pt x="5727" y="385326"/>
                  </a:cubicBezTo>
                  <a:cubicBezTo>
                    <a:pt x="2060" y="381659"/>
                    <a:pt x="0" y="376685"/>
                    <a:pt x="0" y="371499"/>
                  </a:cubicBezTo>
                  <a:lnTo>
                    <a:pt x="0" y="19554"/>
                  </a:lnTo>
                  <a:cubicBezTo>
                    <a:pt x="0" y="14368"/>
                    <a:pt x="2060" y="9394"/>
                    <a:pt x="5727" y="5727"/>
                  </a:cubicBezTo>
                  <a:cubicBezTo>
                    <a:pt x="9394" y="2060"/>
                    <a:pt x="14368" y="0"/>
                    <a:pt x="19554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78414" cy="429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-1004415">
            <a:off x="15318938" y="459436"/>
            <a:ext cx="6091546" cy="8839975"/>
          </a:xfrm>
          <a:custGeom>
            <a:avLst/>
            <a:gdLst/>
            <a:ahLst/>
            <a:cxnLst/>
            <a:rect r="r" b="b" t="t" l="l"/>
            <a:pathLst>
              <a:path h="8839975" w="6091546">
                <a:moveTo>
                  <a:pt x="0" y="0"/>
                </a:moveTo>
                <a:lnTo>
                  <a:pt x="6091546" y="0"/>
                </a:lnTo>
                <a:lnTo>
                  <a:pt x="6091546" y="8839975"/>
                </a:lnTo>
                <a:lnTo>
                  <a:pt x="0" y="883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8001015" y="4326208"/>
            <a:ext cx="9717443" cy="5308153"/>
          </a:xfrm>
          <a:custGeom>
            <a:avLst/>
            <a:gdLst/>
            <a:ahLst/>
            <a:cxnLst/>
            <a:rect r="r" b="b" t="t" l="l"/>
            <a:pathLst>
              <a:path h="5308153" w="9717443">
                <a:moveTo>
                  <a:pt x="0" y="0"/>
                </a:moveTo>
                <a:lnTo>
                  <a:pt x="9717443" y="0"/>
                </a:lnTo>
                <a:lnTo>
                  <a:pt x="9717443" y="5308153"/>
                </a:lnTo>
                <a:lnTo>
                  <a:pt x="0" y="530815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5024706" y="2657311"/>
            <a:ext cx="9430467" cy="81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sz="66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核心流派1-乱点鸳鸯谱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27453" y="4115374"/>
            <a:ext cx="3040187" cy="219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婚礼现场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致命热恋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b="true" sz="4199">
                <a:solidFill>
                  <a:srgbClr val="5A5A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画地为牢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4629161" y="2186659"/>
            <a:ext cx="9106188" cy="1634678"/>
            <a:chOff x="0" y="0"/>
            <a:chExt cx="2178414" cy="3910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78414" cy="391054"/>
            </a:xfrm>
            <a:custGeom>
              <a:avLst/>
              <a:gdLst/>
              <a:ahLst/>
              <a:cxnLst/>
              <a:rect r="r" b="b" t="t" l="l"/>
              <a:pathLst>
                <a:path h="391054" w="2178414">
                  <a:moveTo>
                    <a:pt x="19554" y="0"/>
                  </a:moveTo>
                  <a:lnTo>
                    <a:pt x="2158860" y="0"/>
                  </a:lnTo>
                  <a:cubicBezTo>
                    <a:pt x="2164046" y="0"/>
                    <a:pt x="2169020" y="2060"/>
                    <a:pt x="2172687" y="5727"/>
                  </a:cubicBezTo>
                  <a:cubicBezTo>
                    <a:pt x="2176354" y="9394"/>
                    <a:pt x="2178414" y="14368"/>
                    <a:pt x="2178414" y="19554"/>
                  </a:cubicBezTo>
                  <a:lnTo>
                    <a:pt x="2178414" y="371499"/>
                  </a:lnTo>
                  <a:cubicBezTo>
                    <a:pt x="2178414" y="376685"/>
                    <a:pt x="2176354" y="381659"/>
                    <a:pt x="2172687" y="385326"/>
                  </a:cubicBezTo>
                  <a:cubicBezTo>
                    <a:pt x="2169020" y="388993"/>
                    <a:pt x="2164046" y="391054"/>
                    <a:pt x="2158860" y="391054"/>
                  </a:cubicBezTo>
                  <a:lnTo>
                    <a:pt x="19554" y="391054"/>
                  </a:lnTo>
                  <a:cubicBezTo>
                    <a:pt x="14368" y="391054"/>
                    <a:pt x="9394" y="388993"/>
                    <a:pt x="5727" y="385326"/>
                  </a:cubicBezTo>
                  <a:cubicBezTo>
                    <a:pt x="2060" y="381659"/>
                    <a:pt x="0" y="376685"/>
                    <a:pt x="0" y="371499"/>
                  </a:cubicBezTo>
                  <a:lnTo>
                    <a:pt x="0" y="19554"/>
                  </a:lnTo>
                  <a:cubicBezTo>
                    <a:pt x="0" y="14368"/>
                    <a:pt x="2060" y="9394"/>
                    <a:pt x="5727" y="5727"/>
                  </a:cubicBezTo>
                  <a:cubicBezTo>
                    <a:pt x="9394" y="2060"/>
                    <a:pt x="14368" y="0"/>
                    <a:pt x="19554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78414" cy="429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-1004415">
            <a:off x="15318938" y="459436"/>
            <a:ext cx="6091546" cy="8839975"/>
          </a:xfrm>
          <a:custGeom>
            <a:avLst/>
            <a:gdLst/>
            <a:ahLst/>
            <a:cxnLst/>
            <a:rect r="r" b="b" t="t" l="l"/>
            <a:pathLst>
              <a:path h="8839975" w="6091546">
                <a:moveTo>
                  <a:pt x="0" y="0"/>
                </a:moveTo>
                <a:lnTo>
                  <a:pt x="6091546" y="0"/>
                </a:lnTo>
                <a:lnTo>
                  <a:pt x="6091546" y="8839975"/>
                </a:lnTo>
                <a:lnTo>
                  <a:pt x="0" y="883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7937924" y="4117282"/>
            <a:ext cx="9748117" cy="5324909"/>
          </a:xfrm>
          <a:custGeom>
            <a:avLst/>
            <a:gdLst/>
            <a:ahLst/>
            <a:cxnLst/>
            <a:rect r="r" b="b" t="t" l="l"/>
            <a:pathLst>
              <a:path h="5324909" w="9748117">
                <a:moveTo>
                  <a:pt x="0" y="0"/>
                </a:moveTo>
                <a:lnTo>
                  <a:pt x="9748116" y="0"/>
                </a:lnTo>
                <a:lnTo>
                  <a:pt x="9748116" y="5324909"/>
                </a:lnTo>
                <a:lnTo>
                  <a:pt x="0" y="532490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5024706" y="2657311"/>
            <a:ext cx="9430467" cy="81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sz="66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核心流派2-捣蛋鬼别捣蛋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27453" y="4115374"/>
            <a:ext cx="3040187" cy="219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b="true" sz="4199">
                <a:solidFill>
                  <a:srgbClr val="5A5A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贿赂法则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命运轮盘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红尘劫海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4629161" y="2186659"/>
            <a:ext cx="9106188" cy="1634678"/>
            <a:chOff x="0" y="0"/>
            <a:chExt cx="2178414" cy="3910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78414" cy="391054"/>
            </a:xfrm>
            <a:custGeom>
              <a:avLst/>
              <a:gdLst/>
              <a:ahLst/>
              <a:cxnLst/>
              <a:rect r="r" b="b" t="t" l="l"/>
              <a:pathLst>
                <a:path h="391054" w="2178414">
                  <a:moveTo>
                    <a:pt x="19554" y="0"/>
                  </a:moveTo>
                  <a:lnTo>
                    <a:pt x="2158860" y="0"/>
                  </a:lnTo>
                  <a:cubicBezTo>
                    <a:pt x="2164046" y="0"/>
                    <a:pt x="2169020" y="2060"/>
                    <a:pt x="2172687" y="5727"/>
                  </a:cubicBezTo>
                  <a:cubicBezTo>
                    <a:pt x="2176354" y="9394"/>
                    <a:pt x="2178414" y="14368"/>
                    <a:pt x="2178414" y="19554"/>
                  </a:cubicBezTo>
                  <a:lnTo>
                    <a:pt x="2178414" y="371499"/>
                  </a:lnTo>
                  <a:cubicBezTo>
                    <a:pt x="2178414" y="376685"/>
                    <a:pt x="2176354" y="381659"/>
                    <a:pt x="2172687" y="385326"/>
                  </a:cubicBezTo>
                  <a:cubicBezTo>
                    <a:pt x="2169020" y="388993"/>
                    <a:pt x="2164046" y="391054"/>
                    <a:pt x="2158860" y="391054"/>
                  </a:cubicBezTo>
                  <a:lnTo>
                    <a:pt x="19554" y="391054"/>
                  </a:lnTo>
                  <a:cubicBezTo>
                    <a:pt x="14368" y="391054"/>
                    <a:pt x="9394" y="388993"/>
                    <a:pt x="5727" y="385326"/>
                  </a:cubicBezTo>
                  <a:cubicBezTo>
                    <a:pt x="2060" y="381659"/>
                    <a:pt x="0" y="376685"/>
                    <a:pt x="0" y="371499"/>
                  </a:cubicBezTo>
                  <a:lnTo>
                    <a:pt x="0" y="19554"/>
                  </a:lnTo>
                  <a:cubicBezTo>
                    <a:pt x="0" y="14368"/>
                    <a:pt x="2060" y="9394"/>
                    <a:pt x="5727" y="5727"/>
                  </a:cubicBezTo>
                  <a:cubicBezTo>
                    <a:pt x="9394" y="2060"/>
                    <a:pt x="14368" y="0"/>
                    <a:pt x="19554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78414" cy="429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-1004415">
            <a:off x="15318938" y="459436"/>
            <a:ext cx="6091546" cy="8839975"/>
          </a:xfrm>
          <a:custGeom>
            <a:avLst/>
            <a:gdLst/>
            <a:ahLst/>
            <a:cxnLst/>
            <a:rect r="r" b="b" t="t" l="l"/>
            <a:pathLst>
              <a:path h="8839975" w="6091546">
                <a:moveTo>
                  <a:pt x="0" y="0"/>
                </a:moveTo>
                <a:lnTo>
                  <a:pt x="6091546" y="0"/>
                </a:lnTo>
                <a:lnTo>
                  <a:pt x="6091546" y="8839975"/>
                </a:lnTo>
                <a:lnTo>
                  <a:pt x="0" y="883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8067690" y="4449092"/>
            <a:ext cx="9574774" cy="5230220"/>
          </a:xfrm>
          <a:custGeom>
            <a:avLst/>
            <a:gdLst/>
            <a:ahLst/>
            <a:cxnLst/>
            <a:rect r="r" b="b" t="t" l="l"/>
            <a:pathLst>
              <a:path h="5230220" w="9574774">
                <a:moveTo>
                  <a:pt x="0" y="0"/>
                </a:moveTo>
                <a:lnTo>
                  <a:pt x="9574773" y="0"/>
                </a:lnTo>
                <a:lnTo>
                  <a:pt x="9574773" y="5230221"/>
                </a:lnTo>
                <a:lnTo>
                  <a:pt x="0" y="52302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5024706" y="2657311"/>
            <a:ext cx="9430467" cy="81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sz="66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核心流派2-捣蛋鬼别捣蛋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27453" y="4115374"/>
            <a:ext cx="3040187" cy="219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贿赂法则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b="true" sz="4199">
                <a:solidFill>
                  <a:srgbClr val="5A5A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命运轮盘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红尘劫海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-10912074" y="11011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019175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7226">
            <a:off x="4629161" y="2186659"/>
            <a:ext cx="9106188" cy="1634678"/>
            <a:chOff x="0" y="0"/>
            <a:chExt cx="2178414" cy="3910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78414" cy="391054"/>
            </a:xfrm>
            <a:custGeom>
              <a:avLst/>
              <a:gdLst/>
              <a:ahLst/>
              <a:cxnLst/>
              <a:rect r="r" b="b" t="t" l="l"/>
              <a:pathLst>
                <a:path h="391054" w="2178414">
                  <a:moveTo>
                    <a:pt x="19554" y="0"/>
                  </a:moveTo>
                  <a:lnTo>
                    <a:pt x="2158860" y="0"/>
                  </a:lnTo>
                  <a:cubicBezTo>
                    <a:pt x="2164046" y="0"/>
                    <a:pt x="2169020" y="2060"/>
                    <a:pt x="2172687" y="5727"/>
                  </a:cubicBezTo>
                  <a:cubicBezTo>
                    <a:pt x="2176354" y="9394"/>
                    <a:pt x="2178414" y="14368"/>
                    <a:pt x="2178414" y="19554"/>
                  </a:cubicBezTo>
                  <a:lnTo>
                    <a:pt x="2178414" y="371499"/>
                  </a:lnTo>
                  <a:cubicBezTo>
                    <a:pt x="2178414" y="376685"/>
                    <a:pt x="2176354" y="381659"/>
                    <a:pt x="2172687" y="385326"/>
                  </a:cubicBezTo>
                  <a:cubicBezTo>
                    <a:pt x="2169020" y="388993"/>
                    <a:pt x="2164046" y="391054"/>
                    <a:pt x="2158860" y="391054"/>
                  </a:cubicBezTo>
                  <a:lnTo>
                    <a:pt x="19554" y="391054"/>
                  </a:lnTo>
                  <a:cubicBezTo>
                    <a:pt x="14368" y="391054"/>
                    <a:pt x="9394" y="388993"/>
                    <a:pt x="5727" y="385326"/>
                  </a:cubicBezTo>
                  <a:cubicBezTo>
                    <a:pt x="2060" y="381659"/>
                    <a:pt x="0" y="376685"/>
                    <a:pt x="0" y="371499"/>
                  </a:cubicBezTo>
                  <a:lnTo>
                    <a:pt x="0" y="19554"/>
                  </a:lnTo>
                  <a:cubicBezTo>
                    <a:pt x="0" y="14368"/>
                    <a:pt x="2060" y="9394"/>
                    <a:pt x="5727" y="5727"/>
                  </a:cubicBezTo>
                  <a:cubicBezTo>
                    <a:pt x="9394" y="2060"/>
                    <a:pt x="14368" y="0"/>
                    <a:pt x="19554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78414" cy="429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-1004415">
            <a:off x="15318938" y="459436"/>
            <a:ext cx="6091546" cy="8839975"/>
          </a:xfrm>
          <a:custGeom>
            <a:avLst/>
            <a:gdLst/>
            <a:ahLst/>
            <a:cxnLst/>
            <a:rect r="r" b="b" t="t" l="l"/>
            <a:pathLst>
              <a:path h="8839975" w="6091546">
                <a:moveTo>
                  <a:pt x="0" y="0"/>
                </a:moveTo>
                <a:lnTo>
                  <a:pt x="6091546" y="0"/>
                </a:lnTo>
                <a:lnTo>
                  <a:pt x="6091546" y="8839975"/>
                </a:lnTo>
                <a:lnTo>
                  <a:pt x="0" y="883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8067690" y="4225012"/>
            <a:ext cx="9779393" cy="5341994"/>
          </a:xfrm>
          <a:custGeom>
            <a:avLst/>
            <a:gdLst/>
            <a:ahLst/>
            <a:cxnLst/>
            <a:rect r="r" b="b" t="t" l="l"/>
            <a:pathLst>
              <a:path h="5341994" w="9779393">
                <a:moveTo>
                  <a:pt x="0" y="0"/>
                </a:moveTo>
                <a:lnTo>
                  <a:pt x="9779393" y="0"/>
                </a:lnTo>
                <a:lnTo>
                  <a:pt x="9779393" y="5341994"/>
                </a:lnTo>
                <a:lnTo>
                  <a:pt x="0" y="53419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5024706" y="2657311"/>
            <a:ext cx="9430467" cy="81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sz="66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核心流派2-捣蛋鬼别捣蛋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27453" y="4115374"/>
            <a:ext cx="3040187" cy="219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贿赂法则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5A5A5A"/>
                </a:solidFill>
                <a:latin typeface="Open Sans"/>
                <a:ea typeface="Open Sans"/>
                <a:cs typeface="Open Sans"/>
                <a:sym typeface="Open Sans"/>
              </a:rPr>
              <a:t>命运轮盘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b="true" sz="4199">
                <a:solidFill>
                  <a:srgbClr val="5A5A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红尘劫海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7226">
            <a:off x="13768979" y="4381098"/>
            <a:ext cx="2771720" cy="1793690"/>
            <a:chOff x="0" y="0"/>
            <a:chExt cx="663061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27194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226">
            <a:off x="13773667" y="6611002"/>
            <a:ext cx="2771720" cy="1793690"/>
            <a:chOff x="0" y="0"/>
            <a:chExt cx="663061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226">
            <a:off x="13778363" y="8845124"/>
            <a:ext cx="2771720" cy="1793690"/>
            <a:chOff x="0" y="0"/>
            <a:chExt cx="663061" cy="429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7226">
            <a:off x="2583710" y="935962"/>
            <a:ext cx="13295324" cy="11926082"/>
            <a:chOff x="0" y="0"/>
            <a:chExt cx="3180554" cy="2852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226">
            <a:off x="2602760" y="1101162"/>
            <a:ext cx="13295324" cy="11926082"/>
            <a:chOff x="0" y="0"/>
            <a:chExt cx="3180554" cy="2852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226">
            <a:off x="14503962" y="2150417"/>
            <a:ext cx="2032048" cy="1793690"/>
            <a:chOff x="0" y="0"/>
            <a:chExt cx="486114" cy="4290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6114" cy="429093"/>
            </a:xfrm>
            <a:custGeom>
              <a:avLst/>
              <a:gdLst/>
              <a:ahLst/>
              <a:cxnLst/>
              <a:rect r="r" b="b" t="t" l="l"/>
              <a:pathLst>
                <a:path h="429093" w="486114">
                  <a:moveTo>
                    <a:pt x="87628" y="0"/>
                  </a:moveTo>
                  <a:lnTo>
                    <a:pt x="398486" y="0"/>
                  </a:lnTo>
                  <a:cubicBezTo>
                    <a:pt x="421726" y="0"/>
                    <a:pt x="444015" y="9232"/>
                    <a:pt x="460448" y="25666"/>
                  </a:cubicBezTo>
                  <a:cubicBezTo>
                    <a:pt x="476882" y="42099"/>
                    <a:pt x="486114" y="64388"/>
                    <a:pt x="486114" y="87628"/>
                  </a:cubicBezTo>
                  <a:lnTo>
                    <a:pt x="486114" y="341465"/>
                  </a:lnTo>
                  <a:cubicBezTo>
                    <a:pt x="486114" y="364705"/>
                    <a:pt x="476882" y="386994"/>
                    <a:pt x="460448" y="403427"/>
                  </a:cubicBezTo>
                  <a:cubicBezTo>
                    <a:pt x="444015" y="419861"/>
                    <a:pt x="421726" y="429093"/>
                    <a:pt x="398486" y="429093"/>
                  </a:cubicBezTo>
                  <a:lnTo>
                    <a:pt x="87628" y="429093"/>
                  </a:lnTo>
                  <a:cubicBezTo>
                    <a:pt x="39232" y="429093"/>
                    <a:pt x="0" y="389860"/>
                    <a:pt x="0" y="341465"/>
                  </a:cubicBezTo>
                  <a:lnTo>
                    <a:pt x="0" y="87628"/>
                  </a:lnTo>
                  <a:cubicBezTo>
                    <a:pt x="0" y="39232"/>
                    <a:pt x="39232" y="0"/>
                    <a:pt x="87628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6114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7226">
            <a:off x="4629238" y="2144093"/>
            <a:ext cx="8048763" cy="1793690"/>
            <a:chOff x="0" y="0"/>
            <a:chExt cx="1925453" cy="4290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25453" cy="429093"/>
            </a:xfrm>
            <a:custGeom>
              <a:avLst/>
              <a:gdLst/>
              <a:ahLst/>
              <a:cxnLst/>
              <a:rect r="r" b="b" t="t" l="l"/>
              <a:pathLst>
                <a:path h="429093" w="1925453">
                  <a:moveTo>
                    <a:pt x="22123" y="0"/>
                  </a:moveTo>
                  <a:lnTo>
                    <a:pt x="1903330" y="0"/>
                  </a:lnTo>
                  <a:cubicBezTo>
                    <a:pt x="1915549" y="0"/>
                    <a:pt x="1925453" y="9905"/>
                    <a:pt x="1925453" y="22123"/>
                  </a:cubicBezTo>
                  <a:lnTo>
                    <a:pt x="1925453" y="406970"/>
                  </a:lnTo>
                  <a:cubicBezTo>
                    <a:pt x="1925453" y="412837"/>
                    <a:pt x="1923123" y="418464"/>
                    <a:pt x="1918974" y="422613"/>
                  </a:cubicBezTo>
                  <a:cubicBezTo>
                    <a:pt x="1914825" y="426762"/>
                    <a:pt x="1909198" y="429093"/>
                    <a:pt x="1903330" y="429093"/>
                  </a:cubicBezTo>
                  <a:lnTo>
                    <a:pt x="22123" y="429093"/>
                  </a:lnTo>
                  <a:cubicBezTo>
                    <a:pt x="9905" y="429093"/>
                    <a:pt x="0" y="419188"/>
                    <a:pt x="0" y="406970"/>
                  </a:cubicBezTo>
                  <a:lnTo>
                    <a:pt x="0" y="22123"/>
                  </a:lnTo>
                  <a:cubicBezTo>
                    <a:pt x="0" y="9905"/>
                    <a:pt x="9905" y="0"/>
                    <a:pt x="22123" y="0"/>
                  </a:cubicBezTo>
                  <a:close/>
                </a:path>
              </a:pathLst>
            </a:custGeom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925453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7226">
            <a:off x="-10964461" y="935872"/>
            <a:ext cx="13381049" cy="11926082"/>
            <a:chOff x="0" y="0"/>
            <a:chExt cx="3201062" cy="28529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01062" cy="2852999"/>
            </a:xfrm>
            <a:custGeom>
              <a:avLst/>
              <a:gdLst/>
              <a:ahLst/>
              <a:cxnLst/>
              <a:rect r="r" b="b" t="t" l="l"/>
              <a:pathLst>
                <a:path h="2852999" w="3201062">
                  <a:moveTo>
                    <a:pt x="23143" y="0"/>
                  </a:moveTo>
                  <a:lnTo>
                    <a:pt x="3177919" y="0"/>
                  </a:lnTo>
                  <a:cubicBezTo>
                    <a:pt x="3184057" y="0"/>
                    <a:pt x="3189943" y="2438"/>
                    <a:pt x="3194283" y="6778"/>
                  </a:cubicBezTo>
                  <a:cubicBezTo>
                    <a:pt x="3198623" y="11119"/>
                    <a:pt x="3201062" y="17005"/>
                    <a:pt x="3201062" y="23143"/>
                  </a:cubicBezTo>
                  <a:lnTo>
                    <a:pt x="3201062" y="2829856"/>
                  </a:lnTo>
                  <a:cubicBezTo>
                    <a:pt x="3201062" y="2842638"/>
                    <a:pt x="3190700" y="2852999"/>
                    <a:pt x="3177919" y="2852999"/>
                  </a:cubicBezTo>
                  <a:lnTo>
                    <a:pt x="23143" y="2852999"/>
                  </a:lnTo>
                  <a:cubicBezTo>
                    <a:pt x="10361" y="2852999"/>
                    <a:pt x="0" y="2842638"/>
                    <a:pt x="0" y="2829856"/>
                  </a:cubicBezTo>
                  <a:lnTo>
                    <a:pt x="0" y="23143"/>
                  </a:lnTo>
                  <a:cubicBezTo>
                    <a:pt x="0" y="10361"/>
                    <a:pt x="10361" y="0"/>
                    <a:pt x="23143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201062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3971202" y="1982793"/>
            <a:ext cx="0" cy="10299494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-7226">
            <a:off x="2913427" y="1816250"/>
            <a:ext cx="719821" cy="71982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7226">
            <a:off x="1344720" y="1816250"/>
            <a:ext cx="719821" cy="719821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7226">
            <a:off x="2916906" y="3470997"/>
            <a:ext cx="719821" cy="719821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7226">
            <a:off x="1348198" y="3470997"/>
            <a:ext cx="719821" cy="719821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-7226">
            <a:off x="2920385" y="5125745"/>
            <a:ext cx="719821" cy="71982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7226">
            <a:off x="1351677" y="5125745"/>
            <a:ext cx="719821" cy="719821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7226">
            <a:off x="2923863" y="6780492"/>
            <a:ext cx="719821" cy="719821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-7226">
            <a:off x="1355156" y="6780492"/>
            <a:ext cx="719821" cy="719821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-7226">
            <a:off x="2927342" y="8435240"/>
            <a:ext cx="719821" cy="719821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-7226">
            <a:off x="2927342" y="10060764"/>
            <a:ext cx="719821" cy="719821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-7226">
            <a:off x="1358634" y="8435240"/>
            <a:ext cx="719821" cy="719821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-7226">
            <a:off x="1358634" y="10060764"/>
            <a:ext cx="719821" cy="719821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-7226">
            <a:off x="1564972" y="1897681"/>
            <a:ext cx="1871214" cy="558816"/>
            <a:chOff x="0" y="0"/>
            <a:chExt cx="447638" cy="13368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-7226">
            <a:off x="1570286" y="3552429"/>
            <a:ext cx="1871214" cy="558816"/>
            <a:chOff x="0" y="0"/>
            <a:chExt cx="447638" cy="13368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-7226">
            <a:off x="1575599" y="5207176"/>
            <a:ext cx="1871214" cy="558816"/>
            <a:chOff x="0" y="0"/>
            <a:chExt cx="447638" cy="13368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-7226">
            <a:off x="1580913" y="6861924"/>
            <a:ext cx="1871214" cy="558816"/>
            <a:chOff x="0" y="0"/>
            <a:chExt cx="447638" cy="13368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-7226">
            <a:off x="1586227" y="8516671"/>
            <a:ext cx="1871214" cy="558816"/>
            <a:chOff x="0" y="0"/>
            <a:chExt cx="447638" cy="13368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-7226">
            <a:off x="1586227" y="10142196"/>
            <a:ext cx="1871214" cy="558816"/>
            <a:chOff x="0" y="0"/>
            <a:chExt cx="447638" cy="13368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47638" cy="133682"/>
            </a:xfrm>
            <a:custGeom>
              <a:avLst/>
              <a:gdLst/>
              <a:ahLst/>
              <a:cxnLst/>
              <a:rect r="r" b="b" t="t" l="l"/>
              <a:pathLst>
                <a:path h="133682" w="447638">
                  <a:moveTo>
                    <a:pt x="66841" y="0"/>
                  </a:moveTo>
                  <a:lnTo>
                    <a:pt x="380797" y="0"/>
                  </a:lnTo>
                  <a:cubicBezTo>
                    <a:pt x="398525" y="0"/>
                    <a:pt x="415526" y="7042"/>
                    <a:pt x="428061" y="19577"/>
                  </a:cubicBezTo>
                  <a:cubicBezTo>
                    <a:pt x="440596" y="32112"/>
                    <a:pt x="447638" y="49114"/>
                    <a:pt x="447638" y="66841"/>
                  </a:cubicBezTo>
                  <a:lnTo>
                    <a:pt x="447638" y="66841"/>
                  </a:lnTo>
                  <a:cubicBezTo>
                    <a:pt x="447638" y="84568"/>
                    <a:pt x="440596" y="101570"/>
                    <a:pt x="428061" y="114105"/>
                  </a:cubicBezTo>
                  <a:cubicBezTo>
                    <a:pt x="415526" y="126640"/>
                    <a:pt x="398525" y="133682"/>
                    <a:pt x="380797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47638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5061157" y="2652860"/>
            <a:ext cx="5902409" cy="101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8216">
                <a:solidFill>
                  <a:srgbClr val="5A5A5A"/>
                </a:solidFill>
                <a:latin typeface="Lilita One"/>
                <a:ea typeface="Lilita One"/>
                <a:cs typeface="Lilita One"/>
                <a:sym typeface="Lilita One"/>
              </a:rPr>
              <a:t>不足点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4735431" y="4699133"/>
            <a:ext cx="864647" cy="851712"/>
            <a:chOff x="0" y="0"/>
            <a:chExt cx="235664" cy="23213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35664" cy="232138"/>
            </a:xfrm>
            <a:custGeom>
              <a:avLst/>
              <a:gdLst/>
              <a:ahLst/>
              <a:cxnLst/>
              <a:rect r="r" b="b" t="t" l="l"/>
              <a:pathLst>
                <a:path h="232138" w="235664">
                  <a:moveTo>
                    <a:pt x="116069" y="0"/>
                  </a:moveTo>
                  <a:lnTo>
                    <a:pt x="119595" y="0"/>
                  </a:lnTo>
                  <a:cubicBezTo>
                    <a:pt x="150378" y="0"/>
                    <a:pt x="179901" y="12229"/>
                    <a:pt x="201668" y="33996"/>
                  </a:cubicBezTo>
                  <a:cubicBezTo>
                    <a:pt x="223435" y="55763"/>
                    <a:pt x="235664" y="85286"/>
                    <a:pt x="235664" y="116069"/>
                  </a:cubicBezTo>
                  <a:lnTo>
                    <a:pt x="235664" y="116069"/>
                  </a:lnTo>
                  <a:cubicBezTo>
                    <a:pt x="235664" y="146852"/>
                    <a:pt x="223435" y="176375"/>
                    <a:pt x="201668" y="198142"/>
                  </a:cubicBezTo>
                  <a:cubicBezTo>
                    <a:pt x="179901" y="219909"/>
                    <a:pt x="150378" y="232138"/>
                    <a:pt x="119595" y="232138"/>
                  </a:cubicBezTo>
                  <a:lnTo>
                    <a:pt x="116069" y="232138"/>
                  </a:lnTo>
                  <a:cubicBezTo>
                    <a:pt x="85286" y="232138"/>
                    <a:pt x="55763" y="219909"/>
                    <a:pt x="33996" y="198142"/>
                  </a:cubicBezTo>
                  <a:cubicBezTo>
                    <a:pt x="12229" y="176375"/>
                    <a:pt x="0" y="146852"/>
                    <a:pt x="0" y="116069"/>
                  </a:cubicBezTo>
                  <a:lnTo>
                    <a:pt x="0" y="116069"/>
                  </a:lnTo>
                  <a:cubicBezTo>
                    <a:pt x="0" y="85286"/>
                    <a:pt x="12229" y="55763"/>
                    <a:pt x="33996" y="33996"/>
                  </a:cubicBezTo>
                  <a:cubicBezTo>
                    <a:pt x="55763" y="12229"/>
                    <a:pt x="85286" y="0"/>
                    <a:pt x="11606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35664" cy="270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735431" y="8649731"/>
            <a:ext cx="864647" cy="851712"/>
            <a:chOff x="0" y="0"/>
            <a:chExt cx="235664" cy="23213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35664" cy="232138"/>
            </a:xfrm>
            <a:custGeom>
              <a:avLst/>
              <a:gdLst/>
              <a:ahLst/>
              <a:cxnLst/>
              <a:rect r="r" b="b" t="t" l="l"/>
              <a:pathLst>
                <a:path h="232138" w="235664">
                  <a:moveTo>
                    <a:pt x="116069" y="0"/>
                  </a:moveTo>
                  <a:lnTo>
                    <a:pt x="119595" y="0"/>
                  </a:lnTo>
                  <a:cubicBezTo>
                    <a:pt x="150378" y="0"/>
                    <a:pt x="179901" y="12229"/>
                    <a:pt x="201668" y="33996"/>
                  </a:cubicBezTo>
                  <a:cubicBezTo>
                    <a:pt x="223435" y="55763"/>
                    <a:pt x="235664" y="85286"/>
                    <a:pt x="235664" y="116069"/>
                  </a:cubicBezTo>
                  <a:lnTo>
                    <a:pt x="235664" y="116069"/>
                  </a:lnTo>
                  <a:cubicBezTo>
                    <a:pt x="235664" y="146852"/>
                    <a:pt x="223435" y="176375"/>
                    <a:pt x="201668" y="198142"/>
                  </a:cubicBezTo>
                  <a:cubicBezTo>
                    <a:pt x="179901" y="219909"/>
                    <a:pt x="150378" y="232138"/>
                    <a:pt x="119595" y="232138"/>
                  </a:cubicBezTo>
                  <a:lnTo>
                    <a:pt x="116069" y="232138"/>
                  </a:lnTo>
                  <a:cubicBezTo>
                    <a:pt x="85286" y="232138"/>
                    <a:pt x="55763" y="219909"/>
                    <a:pt x="33996" y="198142"/>
                  </a:cubicBezTo>
                  <a:cubicBezTo>
                    <a:pt x="12229" y="176375"/>
                    <a:pt x="0" y="146852"/>
                    <a:pt x="0" y="116069"/>
                  </a:cubicBezTo>
                  <a:lnTo>
                    <a:pt x="0" y="116069"/>
                  </a:lnTo>
                  <a:cubicBezTo>
                    <a:pt x="0" y="85286"/>
                    <a:pt x="12229" y="55763"/>
                    <a:pt x="33996" y="33996"/>
                  </a:cubicBezTo>
                  <a:cubicBezTo>
                    <a:pt x="55763" y="12229"/>
                    <a:pt x="85286" y="0"/>
                    <a:pt x="11606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35664" cy="270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735431" y="6096176"/>
            <a:ext cx="864647" cy="851712"/>
            <a:chOff x="0" y="0"/>
            <a:chExt cx="235664" cy="23213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35664" cy="232138"/>
            </a:xfrm>
            <a:custGeom>
              <a:avLst/>
              <a:gdLst/>
              <a:ahLst/>
              <a:cxnLst/>
              <a:rect r="r" b="b" t="t" l="l"/>
              <a:pathLst>
                <a:path h="232138" w="235664">
                  <a:moveTo>
                    <a:pt x="116069" y="0"/>
                  </a:moveTo>
                  <a:lnTo>
                    <a:pt x="119595" y="0"/>
                  </a:lnTo>
                  <a:cubicBezTo>
                    <a:pt x="150378" y="0"/>
                    <a:pt x="179901" y="12229"/>
                    <a:pt x="201668" y="33996"/>
                  </a:cubicBezTo>
                  <a:cubicBezTo>
                    <a:pt x="223435" y="55763"/>
                    <a:pt x="235664" y="85286"/>
                    <a:pt x="235664" y="116069"/>
                  </a:cubicBezTo>
                  <a:lnTo>
                    <a:pt x="235664" y="116069"/>
                  </a:lnTo>
                  <a:cubicBezTo>
                    <a:pt x="235664" y="146852"/>
                    <a:pt x="223435" y="176375"/>
                    <a:pt x="201668" y="198142"/>
                  </a:cubicBezTo>
                  <a:cubicBezTo>
                    <a:pt x="179901" y="219909"/>
                    <a:pt x="150378" y="232138"/>
                    <a:pt x="119595" y="232138"/>
                  </a:cubicBezTo>
                  <a:lnTo>
                    <a:pt x="116069" y="232138"/>
                  </a:lnTo>
                  <a:cubicBezTo>
                    <a:pt x="85286" y="232138"/>
                    <a:pt x="55763" y="219909"/>
                    <a:pt x="33996" y="198142"/>
                  </a:cubicBezTo>
                  <a:cubicBezTo>
                    <a:pt x="12229" y="176375"/>
                    <a:pt x="0" y="146852"/>
                    <a:pt x="0" y="116069"/>
                  </a:cubicBezTo>
                  <a:lnTo>
                    <a:pt x="0" y="116069"/>
                  </a:lnTo>
                  <a:cubicBezTo>
                    <a:pt x="0" y="85286"/>
                    <a:pt x="12229" y="55763"/>
                    <a:pt x="33996" y="33996"/>
                  </a:cubicBezTo>
                  <a:cubicBezTo>
                    <a:pt x="55763" y="12229"/>
                    <a:pt x="85286" y="0"/>
                    <a:pt x="11606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35664" cy="270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4627361" y="4783676"/>
            <a:ext cx="107137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5A5A5A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627361" y="8736141"/>
            <a:ext cx="107137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5A5A5A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4627361" y="6180719"/>
            <a:ext cx="107137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5A5A5A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022589" y="4878926"/>
            <a:ext cx="341420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5A5A5A"/>
                </a:solidFill>
                <a:latin typeface="DM Sans Bold"/>
                <a:ea typeface="DM Sans Bold"/>
                <a:cs typeface="DM Sans Bold"/>
                <a:sym typeface="DM Sans Bold"/>
              </a:rPr>
              <a:t>未进行数值测试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6022589" y="8815129"/>
            <a:ext cx="1004705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5A5A5A"/>
                </a:solidFill>
                <a:latin typeface="DM Sans Bold"/>
                <a:ea typeface="DM Sans Bold"/>
                <a:cs typeface="DM Sans Bold"/>
                <a:sym typeface="DM Sans Bold"/>
              </a:rPr>
              <a:t>程序实现的“地狱难度”（ “连线变成有碰撞体积的实体墙”。）</a:t>
            </a:r>
          </a:p>
          <a:p>
            <a:pPr algn="l">
              <a:lnSpc>
                <a:spcPts val="3300"/>
              </a:lnSpc>
            </a:pPr>
          </a:p>
        </p:txBody>
      </p:sp>
      <p:sp>
        <p:nvSpPr>
          <p:cNvPr name="TextBox 103" id="103"/>
          <p:cNvSpPr txBox="true"/>
          <p:nvPr/>
        </p:nvSpPr>
        <p:spPr>
          <a:xfrm rot="0">
            <a:off x="6022589" y="6275969"/>
            <a:ext cx="681072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5A5A5A"/>
                </a:solidFill>
                <a:latin typeface="DM Sans Bold"/>
                <a:ea typeface="DM Sans Bold"/>
                <a:cs typeface="DM Sans Bold"/>
                <a:sym typeface="DM Sans Bold"/>
              </a:rPr>
              <a:t>交互逻辑过于复杂（认知负荷过高）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4735431" y="7493219"/>
            <a:ext cx="864647" cy="851712"/>
            <a:chOff x="0" y="0"/>
            <a:chExt cx="235664" cy="23213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5664" cy="232138"/>
            </a:xfrm>
            <a:custGeom>
              <a:avLst/>
              <a:gdLst/>
              <a:ahLst/>
              <a:cxnLst/>
              <a:rect r="r" b="b" t="t" l="l"/>
              <a:pathLst>
                <a:path h="232138" w="235664">
                  <a:moveTo>
                    <a:pt x="116069" y="0"/>
                  </a:moveTo>
                  <a:lnTo>
                    <a:pt x="119595" y="0"/>
                  </a:lnTo>
                  <a:cubicBezTo>
                    <a:pt x="150378" y="0"/>
                    <a:pt x="179901" y="12229"/>
                    <a:pt x="201668" y="33996"/>
                  </a:cubicBezTo>
                  <a:cubicBezTo>
                    <a:pt x="223435" y="55763"/>
                    <a:pt x="235664" y="85286"/>
                    <a:pt x="235664" y="116069"/>
                  </a:cubicBezTo>
                  <a:lnTo>
                    <a:pt x="235664" y="116069"/>
                  </a:lnTo>
                  <a:cubicBezTo>
                    <a:pt x="235664" y="146852"/>
                    <a:pt x="223435" y="176375"/>
                    <a:pt x="201668" y="198142"/>
                  </a:cubicBezTo>
                  <a:cubicBezTo>
                    <a:pt x="179901" y="219909"/>
                    <a:pt x="150378" y="232138"/>
                    <a:pt x="119595" y="232138"/>
                  </a:cubicBezTo>
                  <a:lnTo>
                    <a:pt x="116069" y="232138"/>
                  </a:lnTo>
                  <a:cubicBezTo>
                    <a:pt x="85286" y="232138"/>
                    <a:pt x="55763" y="219909"/>
                    <a:pt x="33996" y="198142"/>
                  </a:cubicBezTo>
                  <a:cubicBezTo>
                    <a:pt x="12229" y="176375"/>
                    <a:pt x="0" y="146852"/>
                    <a:pt x="0" y="116069"/>
                  </a:cubicBezTo>
                  <a:lnTo>
                    <a:pt x="0" y="116069"/>
                  </a:lnTo>
                  <a:cubicBezTo>
                    <a:pt x="0" y="85286"/>
                    <a:pt x="12229" y="55763"/>
                    <a:pt x="33996" y="33996"/>
                  </a:cubicBezTo>
                  <a:cubicBezTo>
                    <a:pt x="55763" y="12229"/>
                    <a:pt x="85286" y="0"/>
                    <a:pt x="11606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35664" cy="270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4627361" y="7577763"/>
            <a:ext cx="107137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5A5A5A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6022589" y="7673012"/>
            <a:ext cx="545713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5A5A5A"/>
                </a:solidFill>
                <a:latin typeface="DM Sans Bold"/>
                <a:ea typeface="DM Sans Bold"/>
                <a:cs typeface="DM Sans Bold"/>
                <a:sym typeface="DM Sans Bold"/>
              </a:rPr>
              <a:t>“极端方差”带来的体验灾难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92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26582">
            <a:off x="14036844" y="-891976"/>
            <a:ext cx="4047901" cy="2075469"/>
          </a:xfrm>
          <a:custGeom>
            <a:avLst/>
            <a:gdLst/>
            <a:ahLst/>
            <a:cxnLst/>
            <a:rect r="r" b="b" t="t" l="l"/>
            <a:pathLst>
              <a:path h="2075469" w="4047901">
                <a:moveTo>
                  <a:pt x="0" y="0"/>
                </a:moveTo>
                <a:lnTo>
                  <a:pt x="4047901" y="0"/>
                </a:lnTo>
                <a:lnTo>
                  <a:pt x="4047901" y="2075469"/>
                </a:lnTo>
                <a:lnTo>
                  <a:pt x="0" y="207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78844">
            <a:off x="7948656" y="383604"/>
            <a:ext cx="3939048" cy="981181"/>
          </a:xfrm>
          <a:custGeom>
            <a:avLst/>
            <a:gdLst/>
            <a:ahLst/>
            <a:cxnLst/>
            <a:rect r="r" b="b" t="t" l="l"/>
            <a:pathLst>
              <a:path h="981181" w="3939048">
                <a:moveTo>
                  <a:pt x="0" y="0"/>
                </a:moveTo>
                <a:lnTo>
                  <a:pt x="3939048" y="0"/>
                </a:lnTo>
                <a:lnTo>
                  <a:pt x="3939048" y="981181"/>
                </a:lnTo>
                <a:lnTo>
                  <a:pt x="0" y="981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36667">
            <a:off x="-2891630" y="-2013121"/>
            <a:ext cx="9846432" cy="8646958"/>
          </a:xfrm>
          <a:custGeom>
            <a:avLst/>
            <a:gdLst/>
            <a:ahLst/>
            <a:cxnLst/>
            <a:rect r="r" b="b" t="t" l="l"/>
            <a:pathLst>
              <a:path h="8646958" w="9846432">
                <a:moveTo>
                  <a:pt x="0" y="0"/>
                </a:moveTo>
                <a:lnTo>
                  <a:pt x="9846432" y="0"/>
                </a:lnTo>
                <a:lnTo>
                  <a:pt x="9846432" y="8646957"/>
                </a:lnTo>
                <a:lnTo>
                  <a:pt x="0" y="8646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309825">
            <a:off x="1039202" y="7995568"/>
            <a:ext cx="827639" cy="1850727"/>
          </a:xfrm>
          <a:custGeom>
            <a:avLst/>
            <a:gdLst/>
            <a:ahLst/>
            <a:cxnLst/>
            <a:rect r="r" b="b" t="t" l="l"/>
            <a:pathLst>
              <a:path h="1850727" w="827639">
                <a:moveTo>
                  <a:pt x="0" y="0"/>
                </a:moveTo>
                <a:lnTo>
                  <a:pt x="827639" y="0"/>
                </a:lnTo>
                <a:lnTo>
                  <a:pt x="827639" y="1850727"/>
                </a:lnTo>
                <a:lnTo>
                  <a:pt x="0" y="18507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2210409">
            <a:off x="2123765" y="6757005"/>
            <a:ext cx="1077721" cy="2679719"/>
          </a:xfrm>
          <a:custGeom>
            <a:avLst/>
            <a:gdLst/>
            <a:ahLst/>
            <a:cxnLst/>
            <a:rect r="r" b="b" t="t" l="l"/>
            <a:pathLst>
              <a:path h="2679719" w="1077721">
                <a:moveTo>
                  <a:pt x="0" y="0"/>
                </a:moveTo>
                <a:lnTo>
                  <a:pt x="1077721" y="0"/>
                </a:lnTo>
                <a:lnTo>
                  <a:pt x="1077721" y="2679719"/>
                </a:lnTo>
                <a:lnTo>
                  <a:pt x="0" y="2679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1348052">
            <a:off x="15303510" y="1081580"/>
            <a:ext cx="6480914" cy="7971978"/>
          </a:xfrm>
          <a:custGeom>
            <a:avLst/>
            <a:gdLst/>
            <a:ahLst/>
            <a:cxnLst/>
            <a:rect r="r" b="b" t="t" l="l"/>
            <a:pathLst>
              <a:path h="7971978" w="6480914">
                <a:moveTo>
                  <a:pt x="0" y="0"/>
                </a:moveTo>
                <a:lnTo>
                  <a:pt x="6480914" y="0"/>
                </a:lnTo>
                <a:lnTo>
                  <a:pt x="6480914" y="7971977"/>
                </a:lnTo>
                <a:lnTo>
                  <a:pt x="0" y="79719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4225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915390">
            <a:off x="11624874" y="3093560"/>
            <a:ext cx="6480914" cy="8308864"/>
          </a:xfrm>
          <a:custGeom>
            <a:avLst/>
            <a:gdLst/>
            <a:ahLst/>
            <a:cxnLst/>
            <a:rect r="r" b="b" t="t" l="l"/>
            <a:pathLst>
              <a:path h="8308864" w="6480914">
                <a:moveTo>
                  <a:pt x="0" y="0"/>
                </a:moveTo>
                <a:lnTo>
                  <a:pt x="6480914" y="0"/>
                </a:lnTo>
                <a:lnTo>
                  <a:pt x="6480914" y="8308864"/>
                </a:lnTo>
                <a:lnTo>
                  <a:pt x="0" y="83088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545454"/>
            </a:solidFill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235319">
            <a:off x="13229696" y="2022608"/>
            <a:ext cx="2771720" cy="1793690"/>
            <a:chOff x="0" y="0"/>
            <a:chExt cx="663061" cy="4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35319">
            <a:off x="13382218" y="4247295"/>
            <a:ext cx="2771720" cy="1793690"/>
            <a:chOff x="0" y="0"/>
            <a:chExt cx="663061" cy="4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27194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35319">
            <a:off x="13534739" y="6471981"/>
            <a:ext cx="2771720" cy="1793690"/>
            <a:chOff x="0" y="0"/>
            <a:chExt cx="663061" cy="429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C5D7EB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35319">
            <a:off x="13687550" y="8700876"/>
            <a:ext cx="2771720" cy="1793690"/>
            <a:chOff x="0" y="0"/>
            <a:chExt cx="663061" cy="4290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3061" cy="429093"/>
            </a:xfrm>
            <a:custGeom>
              <a:avLst/>
              <a:gdLst/>
              <a:ahLst/>
              <a:cxnLst/>
              <a:rect r="r" b="b" t="t" l="l"/>
              <a:pathLst>
                <a:path h="429093" w="663061">
                  <a:moveTo>
                    <a:pt x="64243" y="0"/>
                  </a:moveTo>
                  <a:lnTo>
                    <a:pt x="598817" y="0"/>
                  </a:lnTo>
                  <a:cubicBezTo>
                    <a:pt x="634298" y="0"/>
                    <a:pt x="663061" y="28763"/>
                    <a:pt x="663061" y="64243"/>
                  </a:cubicBezTo>
                  <a:lnTo>
                    <a:pt x="663061" y="364850"/>
                  </a:lnTo>
                  <a:cubicBezTo>
                    <a:pt x="663061" y="400330"/>
                    <a:pt x="634298" y="429093"/>
                    <a:pt x="598817" y="429093"/>
                  </a:cubicBezTo>
                  <a:lnTo>
                    <a:pt x="64243" y="429093"/>
                  </a:lnTo>
                  <a:cubicBezTo>
                    <a:pt x="28763" y="429093"/>
                    <a:pt x="0" y="400330"/>
                    <a:pt x="0" y="364850"/>
                  </a:cubicBezTo>
                  <a:lnTo>
                    <a:pt x="0" y="64243"/>
                  </a:lnTo>
                  <a:cubicBezTo>
                    <a:pt x="0" y="28763"/>
                    <a:pt x="28763" y="0"/>
                    <a:pt x="64243" y="0"/>
                  </a:cubicBezTo>
                  <a:close/>
                </a:path>
              </a:pathLst>
            </a:custGeom>
            <a:solidFill>
              <a:srgbClr val="43B262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63061" cy="46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235319">
            <a:off x="2317459" y="1191322"/>
            <a:ext cx="13295324" cy="11926082"/>
            <a:chOff x="0" y="0"/>
            <a:chExt cx="3180554" cy="2852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0554" cy="2852999"/>
            </a:xfrm>
            <a:custGeom>
              <a:avLst/>
              <a:gdLst/>
              <a:ahLst/>
              <a:cxnLst/>
              <a:rect r="r" b="b" t="t" l="l"/>
              <a:pathLst>
                <a:path h="2852999" w="3180554">
                  <a:moveTo>
                    <a:pt x="23292" y="0"/>
                  </a:moveTo>
                  <a:lnTo>
                    <a:pt x="3157262" y="0"/>
                  </a:lnTo>
                  <a:cubicBezTo>
                    <a:pt x="3170126" y="0"/>
                    <a:pt x="3180554" y="10428"/>
                    <a:pt x="3180554" y="23292"/>
                  </a:cubicBezTo>
                  <a:lnTo>
                    <a:pt x="3180554" y="2829707"/>
                  </a:lnTo>
                  <a:cubicBezTo>
                    <a:pt x="3180554" y="2842571"/>
                    <a:pt x="3170126" y="2852999"/>
                    <a:pt x="3157262" y="2852999"/>
                  </a:cubicBezTo>
                  <a:lnTo>
                    <a:pt x="23292" y="2852999"/>
                  </a:lnTo>
                  <a:cubicBezTo>
                    <a:pt x="10428" y="2852999"/>
                    <a:pt x="0" y="2842571"/>
                    <a:pt x="0" y="2829707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AC3CE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180554" cy="289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4" id="24"/>
          <p:cNvSpPr/>
          <p:nvPr/>
        </p:nvSpPr>
        <p:spPr>
          <a:xfrm>
            <a:off x="3354528" y="2388459"/>
            <a:ext cx="718913" cy="10486096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-235319">
            <a:off x="2347159" y="2477024"/>
            <a:ext cx="719821" cy="71982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235319">
            <a:off x="2460341" y="4127900"/>
            <a:ext cx="719821" cy="71982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235319">
            <a:off x="2573522" y="5778776"/>
            <a:ext cx="719821" cy="71982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235319">
            <a:off x="2686704" y="7429651"/>
            <a:ext cx="719821" cy="71982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235319">
            <a:off x="2799886" y="9080527"/>
            <a:ext cx="719821" cy="719821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CBCB"/>
            </a:solidFill>
            <a:ln w="2857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235319">
            <a:off x="1653660" y="2587767"/>
            <a:ext cx="1224631" cy="558816"/>
            <a:chOff x="0" y="0"/>
            <a:chExt cx="292960" cy="1336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235319">
            <a:off x="1766842" y="4238643"/>
            <a:ext cx="1224631" cy="558816"/>
            <a:chOff x="0" y="0"/>
            <a:chExt cx="292960" cy="13368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-235319">
            <a:off x="1880024" y="5889518"/>
            <a:ext cx="1224631" cy="558816"/>
            <a:chOff x="0" y="0"/>
            <a:chExt cx="292960" cy="13368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235319">
            <a:off x="1993206" y="7540394"/>
            <a:ext cx="1224631" cy="558816"/>
            <a:chOff x="0" y="0"/>
            <a:chExt cx="292960" cy="13368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235319">
            <a:off x="2106388" y="9191270"/>
            <a:ext cx="1224631" cy="558816"/>
            <a:chOff x="0" y="0"/>
            <a:chExt cx="292960" cy="1336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2960" cy="133682"/>
            </a:xfrm>
            <a:custGeom>
              <a:avLst/>
              <a:gdLst/>
              <a:ahLst/>
              <a:cxnLst/>
              <a:rect r="r" b="b" t="t" l="l"/>
              <a:pathLst>
                <a:path h="133682" w="292960">
                  <a:moveTo>
                    <a:pt x="66841" y="0"/>
                  </a:moveTo>
                  <a:lnTo>
                    <a:pt x="226119" y="0"/>
                  </a:lnTo>
                  <a:cubicBezTo>
                    <a:pt x="243847" y="0"/>
                    <a:pt x="260848" y="7042"/>
                    <a:pt x="273383" y="19577"/>
                  </a:cubicBezTo>
                  <a:cubicBezTo>
                    <a:pt x="285918" y="32112"/>
                    <a:pt x="292960" y="49114"/>
                    <a:pt x="292960" y="66841"/>
                  </a:cubicBezTo>
                  <a:lnTo>
                    <a:pt x="292960" y="66841"/>
                  </a:lnTo>
                  <a:cubicBezTo>
                    <a:pt x="292960" y="84568"/>
                    <a:pt x="285918" y="101570"/>
                    <a:pt x="273383" y="114105"/>
                  </a:cubicBezTo>
                  <a:cubicBezTo>
                    <a:pt x="260848" y="126640"/>
                    <a:pt x="243847" y="133682"/>
                    <a:pt x="226119" y="133682"/>
                  </a:cubicBezTo>
                  <a:lnTo>
                    <a:pt x="66841" y="133682"/>
                  </a:lnTo>
                  <a:cubicBezTo>
                    <a:pt x="49114" y="133682"/>
                    <a:pt x="32112" y="126640"/>
                    <a:pt x="19577" y="114105"/>
                  </a:cubicBezTo>
                  <a:cubicBezTo>
                    <a:pt x="7042" y="101570"/>
                    <a:pt x="0" y="84568"/>
                    <a:pt x="0" y="66841"/>
                  </a:cubicBezTo>
                  <a:lnTo>
                    <a:pt x="0" y="66841"/>
                  </a:lnTo>
                  <a:cubicBezTo>
                    <a:pt x="0" y="49114"/>
                    <a:pt x="7042" y="32112"/>
                    <a:pt x="19577" y="19577"/>
                  </a:cubicBezTo>
                  <a:cubicBezTo>
                    <a:pt x="32112" y="7042"/>
                    <a:pt x="49114" y="0"/>
                    <a:pt x="66841" y="0"/>
                  </a:cubicBezTo>
                  <a:close/>
                </a:path>
              </a:pathLst>
            </a:custGeom>
            <a:solidFill>
              <a:srgbClr val="FFFABA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92960" cy="17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-235319">
            <a:off x="4086897" y="1979962"/>
            <a:ext cx="10694979" cy="7097084"/>
            <a:chOff x="0" y="0"/>
            <a:chExt cx="2558491" cy="169778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58491" cy="1697789"/>
            </a:xfrm>
            <a:custGeom>
              <a:avLst/>
              <a:gdLst/>
              <a:ahLst/>
              <a:cxnLst/>
              <a:rect r="r" b="b" t="t" l="l"/>
              <a:pathLst>
                <a:path h="1697789" w="2558491">
                  <a:moveTo>
                    <a:pt x="36918" y="0"/>
                  </a:moveTo>
                  <a:lnTo>
                    <a:pt x="2521572" y="0"/>
                  </a:lnTo>
                  <a:cubicBezTo>
                    <a:pt x="2531364" y="0"/>
                    <a:pt x="2540754" y="3890"/>
                    <a:pt x="2547677" y="10813"/>
                  </a:cubicBezTo>
                  <a:cubicBezTo>
                    <a:pt x="2554601" y="17737"/>
                    <a:pt x="2558491" y="27127"/>
                    <a:pt x="2558491" y="36918"/>
                  </a:cubicBezTo>
                  <a:lnTo>
                    <a:pt x="2558491" y="1660871"/>
                  </a:lnTo>
                  <a:cubicBezTo>
                    <a:pt x="2558491" y="1681261"/>
                    <a:pt x="2541962" y="1697789"/>
                    <a:pt x="2521572" y="1697789"/>
                  </a:cubicBezTo>
                  <a:lnTo>
                    <a:pt x="36918" y="1697789"/>
                  </a:lnTo>
                  <a:cubicBezTo>
                    <a:pt x="27127" y="1697789"/>
                    <a:pt x="17737" y="1693900"/>
                    <a:pt x="10813" y="1686976"/>
                  </a:cubicBezTo>
                  <a:cubicBezTo>
                    <a:pt x="3890" y="1680053"/>
                    <a:pt x="0" y="1670663"/>
                    <a:pt x="0" y="1660871"/>
                  </a:cubicBezTo>
                  <a:lnTo>
                    <a:pt x="0" y="36918"/>
                  </a:lnTo>
                  <a:cubicBezTo>
                    <a:pt x="0" y="16529"/>
                    <a:pt x="16529" y="0"/>
                    <a:pt x="36918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558491" cy="173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-235319">
            <a:off x="4389351" y="2633333"/>
            <a:ext cx="9997899" cy="444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21"/>
              </a:lnSpc>
            </a:pPr>
            <a:r>
              <a:rPr lang="en-US" sz="17121">
                <a:solidFill>
                  <a:srgbClr val="395069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DAG7RgyT2qY</dc:identifier>
  <dcterms:modified xsi:type="dcterms:W3CDTF">2011-08-01T06:04:30Z</dcterms:modified>
  <cp:revision>1</cp:revision>
  <dc:title>少司缘终极觉醒构想</dc:title>
</cp:coreProperties>
</file>